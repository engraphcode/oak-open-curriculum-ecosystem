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99" r:id="rId3"/>
    <p:sldMasterId id="21474838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Lexend Light"/>
      <p:regular r:id="rId33"/>
      <p:bold r:id="rId34"/>
    </p:embeddedFont>
    <p:embeddedFont>
      <p:font typeface="Lexend Medium"/>
      <p:regular r:id="rId35"/>
      <p:bold r:id="rId36"/>
    </p:embeddedFont>
    <p:embeddedFont>
      <p:font typeface="ABeeZee"/>
      <p:regular r:id="rId37"/>
      <p:italic r:id="rId38"/>
    </p:embeddedFont>
    <p:embeddedFont>
      <p:font typeface="Lexend"/>
      <p:regular r:id="rId39"/>
      <p:bold r:id="rId40"/>
    </p:embeddedFont>
    <p:embeddedFont>
      <p:font typeface="Kalam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exend-bold.fntdata"/><Relationship Id="rId42" Type="http://schemas.openxmlformats.org/officeDocument/2006/relationships/font" Target="fonts/Kalam-bold.fntdata"/><Relationship Id="rId41" Type="http://schemas.openxmlformats.org/officeDocument/2006/relationships/font" Target="fonts/Kala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LexendLight-regular.fntdata"/><Relationship Id="rId32" Type="http://schemas.openxmlformats.org/officeDocument/2006/relationships/slide" Target="slides/slide27.xml"/><Relationship Id="rId35" Type="http://schemas.openxmlformats.org/officeDocument/2006/relationships/font" Target="fonts/LexendMedium-regular.fntdata"/><Relationship Id="rId34" Type="http://schemas.openxmlformats.org/officeDocument/2006/relationships/font" Target="fonts/LexendLight-bold.fntdata"/><Relationship Id="rId37" Type="http://schemas.openxmlformats.org/officeDocument/2006/relationships/font" Target="fonts/ABeeZee-regular.fntdata"/><Relationship Id="rId36" Type="http://schemas.openxmlformats.org/officeDocument/2006/relationships/font" Target="fonts/LexendMedium-bold.fntdata"/><Relationship Id="rId39" Type="http://schemas.openxmlformats.org/officeDocument/2006/relationships/font" Target="fonts/Lexend-regular.fntdata"/><Relationship Id="rId38" Type="http://schemas.openxmlformats.org/officeDocument/2006/relationships/font" Target="fonts/ABeeZee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2e68b8522e9_0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4" name="Google Shape;1804;g2e68b8522e9_0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28fb32376d6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9" name="Google Shape;1809;g28fb32376d6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2fd95bb2045_1_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2fd95bb2045_1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g2e68b8522e9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0" name="Google Shape;1850;g2e68b8522e9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accent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2f6a9e1a84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2f6a9e1a84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28fb32376d6_0_12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3" name="Google Shape;1863;g28fb32376d6_0_12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‌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g2fbfdadda2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1" name="Google Shape;1871;g2fbfdadda2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g2fbfdadda2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g2fbfdadda2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g2fbfdadda2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3" name="Google Shape;1893;g2fbfdadda2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2fbfdadda2f_0_1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2fbfdadda2f_0_1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g2fbfdadda2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5" name="Google Shape;1915;g2fbfdadda2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g2fbfdadda2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3" name="Google Shape;1923;g2fbfdadda2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2fbfdadda2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3" name="Google Shape;1933;g2fbfdadda2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g2fd95bb2045_3_2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2fd95bb2045_3_2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g2fbfdadda2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1" name="Google Shape;1961;g2fbfdadda2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g2fbfdadda2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9" name="Google Shape;1969;g2fbfdadda2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g2fbfdadda2f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1" name="Google Shape;1981;g2fbfdadda2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g2fbfdadda2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3" name="Google Shape;1993;g2fbfdadda2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2fbfdadda2f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2" name="Google Shape;2002;g2fbfdadda2f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2fbfdadda2f_0_2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1" name="Google Shape;2011;g2fbfdadda2f_0_2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g2fbfdadda2f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1" name="Google Shape;2021;g2fbfdadda2f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g2fbfdadda2f_0_3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8" name="Google Shape;2028;g2fbfdadda2f_0_3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g2fd95bb2045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7" name="Google Shape;2037;g2fd95bb2045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g2fbfdadda2f_0_3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6" name="Google Shape;2046;g2fbfdadda2f_0_3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g2fbfdadda2f_0_3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5" name="Google Shape;2055;g2fbfdadda2f_0_3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g3008d05537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1" name="Google Shape;2061;g3008d05537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2fbfdadda2f_0_3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7" name="Google Shape;2067;g2fbfdadda2f_0_3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5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42.png"/><Relationship Id="rId4" Type="http://schemas.openxmlformats.org/officeDocument/2006/relationships/image" Target="../media/image24.png"/><Relationship Id="rId5" Type="http://schemas.openxmlformats.org/officeDocument/2006/relationships/image" Target="../media/image39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167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167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5" Type="http://schemas.openxmlformats.org/officeDocument/2006/relationships/image" Target="../media/image35.png"/><Relationship Id="rId6" Type="http://schemas.openxmlformats.org/officeDocument/2006/relationships/image" Target="../media/image52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167.png"/><Relationship Id="rId4" Type="http://schemas.openxmlformats.org/officeDocument/2006/relationships/image" Target="../media/image46.png"/><Relationship Id="rId11" Type="http://schemas.openxmlformats.org/officeDocument/2006/relationships/image" Target="../media/image38.png"/><Relationship Id="rId10" Type="http://schemas.openxmlformats.org/officeDocument/2006/relationships/image" Target="../media/image44.png"/><Relationship Id="rId9" Type="http://schemas.openxmlformats.org/officeDocument/2006/relationships/image" Target="../media/image37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Relationship Id="rId7" Type="http://schemas.openxmlformats.org/officeDocument/2006/relationships/image" Target="../media/image52.png"/><Relationship Id="rId8" Type="http://schemas.openxmlformats.org/officeDocument/2006/relationships/image" Target="../media/image3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Relationship Id="rId3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Relationship Id="rId3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41.png"/><Relationship Id="rId4" Type="http://schemas.openxmlformats.org/officeDocument/2006/relationships/image" Target="../media/image48.png"/><Relationship Id="rId5" Type="http://schemas.openxmlformats.org/officeDocument/2006/relationships/image" Target="../media/image5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Relationship Id="rId3" Type="http://schemas.openxmlformats.org/officeDocument/2006/relationships/image" Target="../media/image48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Relationship Id="rId5" Type="http://schemas.openxmlformats.org/officeDocument/2006/relationships/image" Target="../media/image5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Relationship Id="rId5" Type="http://schemas.openxmlformats.org/officeDocument/2006/relationships/image" Target="../media/image5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Relationship Id="rId3" Type="http://schemas.openxmlformats.org/officeDocument/2006/relationships/image" Target="../media/image4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4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4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5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Relationship Id="rId3" Type="http://schemas.openxmlformats.org/officeDocument/2006/relationships/image" Target="../media/image5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57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68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Relationship Id="rId3" Type="http://schemas.openxmlformats.org/officeDocument/2006/relationships/image" Target="../media/image68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68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8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111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57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68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Relationship Id="rId3" Type="http://schemas.openxmlformats.org/officeDocument/2006/relationships/image" Target="../media/image57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Relationship Id="rId3" Type="http://schemas.openxmlformats.org/officeDocument/2006/relationships/image" Target="../media/image68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57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Relationship Id="rId3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41.png"/><Relationship Id="rId4" Type="http://schemas.openxmlformats.org/officeDocument/2006/relationships/image" Target="../media/image48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6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21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9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50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5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42.png"/><Relationship Id="rId4" Type="http://schemas.openxmlformats.org/officeDocument/2006/relationships/image" Target="../media/image24.png"/><Relationship Id="rId5" Type="http://schemas.openxmlformats.org/officeDocument/2006/relationships/image" Target="../media/image39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167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167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5" Type="http://schemas.openxmlformats.org/officeDocument/2006/relationships/image" Target="../media/image35.png"/><Relationship Id="rId6" Type="http://schemas.openxmlformats.org/officeDocument/2006/relationships/image" Target="../media/image52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167.png"/><Relationship Id="rId4" Type="http://schemas.openxmlformats.org/officeDocument/2006/relationships/image" Target="../media/image46.png"/><Relationship Id="rId11" Type="http://schemas.openxmlformats.org/officeDocument/2006/relationships/image" Target="../media/image38.png"/><Relationship Id="rId10" Type="http://schemas.openxmlformats.org/officeDocument/2006/relationships/image" Target="../media/image44.png"/><Relationship Id="rId9" Type="http://schemas.openxmlformats.org/officeDocument/2006/relationships/image" Target="../media/image37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Relationship Id="rId7" Type="http://schemas.openxmlformats.org/officeDocument/2006/relationships/image" Target="../media/image52.png"/><Relationship Id="rId8" Type="http://schemas.openxmlformats.org/officeDocument/2006/relationships/image" Target="../media/image36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1.png"/><Relationship Id="rId3" Type="http://schemas.openxmlformats.org/officeDocument/2006/relationships/image" Target="../media/image43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5.png"/><Relationship Id="rId3" Type="http://schemas.openxmlformats.org/officeDocument/2006/relationships/image" Target="../media/image43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43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1.png"/><Relationship Id="rId3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5.png"/><Relationship Id="rId3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43.png"/><Relationship Id="rId4" Type="http://schemas.openxmlformats.org/officeDocument/2006/relationships/image" Target="../media/image48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1.png"/><Relationship Id="rId3" Type="http://schemas.openxmlformats.org/officeDocument/2006/relationships/image" Target="../media/image41.png"/><Relationship Id="rId4" Type="http://schemas.openxmlformats.org/officeDocument/2006/relationships/image" Target="../media/image48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1.png"/><Relationship Id="rId3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5.png"/><Relationship Id="rId3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48.png"/><Relationship Id="rId4" Type="http://schemas.openxmlformats.org/officeDocument/2006/relationships/image" Target="../media/image51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1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5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1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5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1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5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48.png"/><Relationship Id="rId4" Type="http://schemas.openxmlformats.org/officeDocument/2006/relationships/image" Target="../media/image54.pn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1.png"/><Relationship Id="rId3" Type="http://schemas.openxmlformats.org/officeDocument/2006/relationships/image" Target="../media/image48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5.png"/><Relationship Id="rId3" Type="http://schemas.openxmlformats.org/officeDocument/2006/relationships/image" Target="../media/image48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48.pn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57.pn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1.png"/><Relationship Id="rId3" Type="http://schemas.openxmlformats.org/officeDocument/2006/relationships/image" Target="../media/image57.pn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5.png"/><Relationship Id="rId3" Type="http://schemas.openxmlformats.org/officeDocument/2006/relationships/image" Target="../media/image57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57.pn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1.png"/><Relationship Id="rId3" Type="http://schemas.openxmlformats.org/officeDocument/2006/relationships/image" Target="../media/image68.pn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1.png"/><Relationship Id="rId3" Type="http://schemas.openxmlformats.org/officeDocument/2006/relationships/image" Target="../media/image68.pn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5.png"/><Relationship Id="rId3" Type="http://schemas.openxmlformats.org/officeDocument/2006/relationships/image" Target="../media/image68.pn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9.png"/><Relationship Id="rId3" Type="http://schemas.openxmlformats.org/officeDocument/2006/relationships/image" Target="../media/image68.pn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10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10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10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2" name="Google Shape;14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76">
            <a:off x="6935172" y="1377298"/>
            <a:ext cx="1845860" cy="130295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41120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Relationships and health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2" name="Google Shape;16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4" name="Google Shape;16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46397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Relationships, sex and health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3" name="Google Shape;17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5" name="Google Shape;17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Outcomes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1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4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10" l="0" r="0" t="1700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Session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4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4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4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10" l="0" r="0" t="1700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Session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4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7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4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4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4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2438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10" l="0" r="0" t="1700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Session </a:t>
            </a: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39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5" name="Google Shape;415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6" name="Google Shape;416;p3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7" name="Google Shape;417;p3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3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9" name="Google Shape;41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22" name="Google Shape;422;p3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423" name="Google Shape;423;p3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4" name="Google Shape;42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5" name="Google Shape;425;p3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426" name="Google Shape;426;p3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40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4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5" name="Google Shape;435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436" name="Google Shape;43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8" name="Google Shape;438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9" name="Google Shape;43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4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2" name="Google Shape;442;p4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4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4" name="Google Shape;444;p4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5" name="Google Shape;445;p4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446" name="Google Shape;446;p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7" name="Google Shape;44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8" name="Google Shape;448;p4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449" name="Google Shape;449;p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0" name="Google Shape;45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41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p4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4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58" name="Google Shape;458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459" name="Google Shape;45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1" name="Google Shape;461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2" name="Google Shape;462;p4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4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4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465" name="Google Shape;46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4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468" name="Google Shape;46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70" name="Google Shape;47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4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42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8" name="Google Shape;478;p4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4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0" name="Google Shape;480;p4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1" name="Google Shape;481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482" name="Google Shape;48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5" name="Google Shape;485;p4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4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4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488" name="Google Shape;488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4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491" name="Google Shape;491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93" name="Google Shape;49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4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1" name="Google Shape;50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3" name="Google Shape;50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4" name="Google Shape;504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5" name="Google Shape;505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7" name="Google Shape;507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08" name="Google Shape;50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9" name="Google Shape;50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0" name="Google Shape;510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1" name="Google Shape;51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44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0" name="Google Shape;52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2" name="Google Shape;52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3" name="Google Shape;523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4" name="Google Shape;524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5" name="Google Shape;525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26" name="Google Shape;526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27" name="Google Shape;52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8" name="Google Shape;52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9" name="Google Shape;529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0" name="Google Shape;53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1" name="Google Shape;53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2" name="Google Shape;532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3" name="Google Shape;53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4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39" name="Google Shape;53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1" name="Google Shape;54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2" name="Google Shape;542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3" name="Google Shape;543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4" name="Google Shape;544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45" name="Google Shape;545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46" name="Google Shape;54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8" name="Google Shape;548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49" name="Google Shape;54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0" name="Google Shape;55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1" name="Google Shape;551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52" name="Google Shape;55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3" name="Google Shape;55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4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8" name="Google Shape;55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0" name="Google Shape;560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1" name="Google Shape;561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62" name="Google Shape;562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63" name="Google Shape;563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64" name="Google Shape;564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65" name="Google Shape;565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7" name="Google Shape;567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68" name="Google Shape;568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9" name="Google Shape;569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0" name="Google Shape;570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71" name="Google Shape;571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2" name="Google Shape;572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7" name="Google Shape;57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0" name="Google Shape;580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81" name="Google Shape;581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82" name="Google Shape;582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83" name="Google Shape;583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84" name="Google Shape;584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85" name="Google Shape;585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7" name="Google Shape;587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88" name="Google Shape;588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9" name="Google Shape;589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0" name="Google Shape;590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91" name="Google Shape;591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2" name="Google Shape;592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3" name="Google Shape;593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94" name="Google Shape;594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4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0" name="Google Shape;60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2" name="Google Shape;602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3" name="Google Shape;603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04" name="Google Shape;604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05" name="Google Shape;605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06" name="Google Shape;606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07" name="Google Shape;607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08" name="Google Shape;608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0" name="Google Shape;610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11" name="Google Shape;611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2" name="Google Shape;612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3" name="Google Shape;613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14" name="Google Shape;614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5" name="Google Shape;615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6" name="Google Shape;616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17" name="Google Shape;617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8" name="Google Shape;618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Google Shape;620;p49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23" name="Google Shape;62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5" name="Google Shape;625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6" name="Google Shape;626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7" name="Google Shape;627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8" name="Google Shape;628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9" name="Google Shape;629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30" name="Google Shape;630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31" name="Google Shape;631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3" name="Google Shape;633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34" name="Google Shape;634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5" name="Google Shape;635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6" name="Google Shape;636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37" name="Google Shape;637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8" name="Google Shape;638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9" name="Google Shape;639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40" name="Google Shape;640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50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46" name="Google Shape;64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9" name="Google Shape;649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50" name="Google Shape;650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51" name="Google Shape;651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52" name="Google Shape;652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53" name="Google Shape;653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54" name="Google Shape;654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5" name="Google Shape;655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6" name="Google Shape;656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57" name="Google Shape;657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8" name="Google Shape;658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9" name="Google Shape;659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60" name="Google Shape;660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1" name="Google Shape;661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2" name="Google Shape;662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63" name="Google Shape;663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69" name="Google Shape;66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2" name="Google Shape;672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3" name="Google Shape;673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4" name="Google Shape;674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75" name="Google Shape;675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76" name="Google Shape;676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7" name="Google Shape;677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8" name="Google Shape;678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79" name="Google Shape;679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0" name="Google Shape;680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1" name="Google Shape;681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2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88" name="Google Shape;68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0" name="Google Shape;690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1" name="Google Shape;691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2" name="Google Shape;692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3" name="Google Shape;693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4" name="Google Shape;694;p52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5" name="Google Shape;695;p52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2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97" name="Google Shape;697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98" name="Google Shape;698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0" name="Google Shape;700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1" name="Google Shape;701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4" name="Google Shape;704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53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10" name="Google Shape;71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3" name="Google Shape;713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14" name="Google Shape;714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15" name="Google Shape;715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16" name="Google Shape;716;p53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3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3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19" name="Google Shape;719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20" name="Google Shape;720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1" name="Google Shape;721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22" name="Google Shape;722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23" name="Google Shape;723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4" name="Google Shape;724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25" name="Google Shape;725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26" name="Google Shape;726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7" name="Google Shape;727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54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2" name="Google Shape;732;p54"/>
          <p:cNvSpPr txBox="1"/>
          <p:nvPr/>
        </p:nvSpPr>
        <p:spPr>
          <a:xfrm>
            <a:off x="1405513" y="4467089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4"/>
          <p:cNvSpPr txBox="1"/>
          <p:nvPr/>
        </p:nvSpPr>
        <p:spPr>
          <a:xfrm>
            <a:off x="4368013" y="4467126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4"/>
          <p:cNvSpPr txBox="1"/>
          <p:nvPr/>
        </p:nvSpPr>
        <p:spPr>
          <a:xfrm>
            <a:off x="7330513" y="4467142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35" name="Google Shape;73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8" name="Google Shape;738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39" name="Google Shape;739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40" name="Google Shape;740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41" name="Google Shape;741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42" name="Google Shape;742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3" name="Google Shape;743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44" name="Google Shape;744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45" name="Google Shape;745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6" name="Google Shape;746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47" name="Google Shape;747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48" name="Google Shape;748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9" name="Google Shape;749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54" name="Google Shape;75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5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61" name="Google Shape;76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57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68" name="Google Shape;76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5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5" name="Google Shape;77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7" name="Google Shape;777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9" name="Google Shape;779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82" name="Google Shape;78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7" name="Google Shape;787;p60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0" name="Google Shape;790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1" name="Google Shape;79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Google Shape;795;p61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3" name="Google Shape;803;p62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7" name="Google Shape;80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1" name="Google Shape;811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814" name="Google Shape;81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64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2" name="Google Shape;822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3" name="Google Shape;82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Google Shape;827;p6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0" name="Google Shape;830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1" name="Google Shape;83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5" name="Google Shape;835;p6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6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8" name="Google Shape;83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9" name="Google Shape;83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4" name="Google Shape;844;p67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6" name="Google Shape;84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_2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0" name="Google Shape;850;p68"/>
          <p:cNvPicPr preferRelativeResize="0"/>
          <p:nvPr/>
        </p:nvPicPr>
        <p:blipFill rotWithShape="1">
          <a:blip r:embed="rId2">
            <a:alphaModFix/>
          </a:blip>
          <a:srcRect b="1710" l="0" r="0" t="1700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2" name="Google Shape;85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" name="Google Shape;85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8" name="Google Shape;86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 1" showMasterSp="0">
  <p:cSld name="Title Slide 2_1_1_1_1_1_1_1_1_3">
    <p:bg>
      <p:bgPr>
        <a:solidFill>
          <a:srgbClr val="BEF2BD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73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24402"/>
            <a:ext cx="12648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5" name="Google Shape;875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Residential 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6" name="Google Shape;87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3"/>
          <p:cNvSpPr txBox="1"/>
          <p:nvPr/>
        </p:nvSpPr>
        <p:spPr>
          <a:xfrm>
            <a:off x="323850" y="4321250"/>
            <a:ext cx="415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18th &amp; 19th </a:t>
            </a: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September</a:t>
            </a: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 2024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878" name="Google Shape;878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3"/>
          <p:cNvSpPr/>
          <p:nvPr/>
        </p:nvSpPr>
        <p:spPr>
          <a:xfrm>
            <a:off x="6898050" y="839288"/>
            <a:ext cx="1959600" cy="2354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0" name="Google Shape;880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34874">
            <a:off x="6717475" y="281200"/>
            <a:ext cx="1860900" cy="3159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4"/>
          <p:cNvSpPr txBox="1"/>
          <p:nvPr>
            <p:ph type="ctrTitle"/>
          </p:nvPr>
        </p:nvSpPr>
        <p:spPr>
          <a:xfrm>
            <a:off x="311708" y="744575"/>
            <a:ext cx="8520600" cy="2052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83" name="Google Shape;883;p7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84" name="Google Shape;884;p74"/>
          <p:cNvSpPr txBox="1"/>
          <p:nvPr>
            <p:ph idx="12" type="sldNum"/>
          </p:nvPr>
        </p:nvSpPr>
        <p:spPr>
          <a:xfrm>
            <a:off x="8472458" y="4663217"/>
            <a:ext cx="54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 1">
  <p:cSld name="TITLE_AND_TWO_COLUMNS_1_1_5_1_3_1_1_1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Google Shape;886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7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5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91" name="Google Shape;89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 1">
  <p:cSld name="TITLE_AND_TWO_COLUMNS_1_1_5_1_3_1_1_1_3">
    <p:bg>
      <p:bgPr>
        <a:solidFill>
          <a:srgbClr val="F3EEFB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4" name="Google Shape;894;p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7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7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7" name="Google Shape;897;p76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99" name="Google Shape;89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 1">
  <p:cSld name="TITLE_AND_TWO_COLUMNS_1_1_5_1_3_1_1_1_1_3"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2" name="Google Shape;902;p77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5" name="Google Shape;905;p7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7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08" name="Google Shape;908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 1">
  <p:cSld name="TITLE_AND_TWO_COLUMNS_1_1_5_1_3_1_1_1_1_2_1">
    <p:bg>
      <p:bgPr>
        <a:solidFill>
          <a:srgbClr val="E6F2F2"/>
        </a:solid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7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7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3" name="Google Shape;913;p78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5" name="Google Shape;915;p7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6" name="Google Shape;916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 2">
  <p:cSld name="TITLE_AND_TWO_COLUMNS_1_1_5_1_3_1_1_2"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8" name="Google Shape;918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7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21" name="Google Shape;921;p79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23" name="Google Shape;923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7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_2">
    <p:bg>
      <p:bgPr>
        <a:solidFill>
          <a:srgbClr val="E6F2F2"/>
        </a:solid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6" name="Google Shape;926;p80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8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8" name="Google Shape;928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8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0" name="Google Shape;93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8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8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8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35" name="Google Shape;935;p8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36" name="Google Shape;936;p8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937" name="Google Shape;937;p8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8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8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 1">
  <p:cSld name="TITLE_AND_TWO_COLUMNS_1_1_6_2_4">
    <p:bg>
      <p:bgPr>
        <a:solidFill>
          <a:srgbClr val="F3EEFB"/>
        </a:solid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3" name="Google Shape;943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6" name="Google Shape;946;p8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_1">
    <p:bg>
      <p:bgPr>
        <a:solidFill>
          <a:srgbClr val="F3EEFB"/>
        </a:solidFill>
      </p:bgPr>
    </p:bg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8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8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55" name="Google Shape;955;p8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56" name="Google Shape;956;p8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957" name="Google Shape;957;p8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9" name="Google Shape;959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8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7" name="Google Shape;967;p84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84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9" name="Google Shape;969;p8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8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972" name="Google Shape;972;p8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73" name="Google Shape;973;p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84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75" name="Google Shape;975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8" name="Google Shape;978;p85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1" name="Google Shape;981;p8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2" name="Google Shape;982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8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8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86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8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8" name="Google Shape;988;p8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9" name="Google Shape;98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8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8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4" name="Google Shape;994;p87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8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6" name="Google Shape;996;p8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7" name="Google Shape;99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8" name="Google Shape;998;p8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99" name="Google Shape;999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8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01" name="Google Shape;1001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8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8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5" name="Google Shape;1005;p88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8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7" name="Google Shape;1007;p8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8" name="Google Shape;1008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9" name="Google Shape;1009;p8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10" name="Google Shape;1010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8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12" name="Google Shape;1012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8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8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6" name="Google Shape;1016;p89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8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8" name="Google Shape;1018;p89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9" name="Google Shape;1019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0" name="Google Shape;1020;p8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1" name="Google Shape;1021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8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23" name="Google Shape;1023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8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8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90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9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90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030" name="Google Shape;1030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9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p91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9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7" name="Google Shape;1037;p9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8" name="Google Shape;1038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9" name="Google Shape;1039;p9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40" name="Google Shape;1040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1" name="Google Shape;1041;p9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2" name="Google Shape;1042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9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9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92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9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9" name="Google Shape;1049;p9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0" name="Google Shape;1050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9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9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Google Shape;1054;p93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9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6" name="Google Shape;1056;p9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7" name="Google Shape;1057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8" name="Google Shape;1058;p9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59" name="Google Shape;1059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0" name="Google Shape;1060;p9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1" name="Google Shape;106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9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9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" name="Google Shape;1065;p94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9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7" name="Google Shape;1067;p9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8" name="Google Shape;1068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9" name="Google Shape;1069;p94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70" name="Google Shape;1070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1" name="Google Shape;1071;p94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72" name="Google Shape;1072;p9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73" name="Google Shape;1073;p9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8" name="Google Shape;1078;p9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9" name="Google Shape;1079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95"/>
          <p:cNvPicPr preferRelativeResize="0"/>
          <p:nvPr/>
        </p:nvPicPr>
        <p:blipFill rotWithShape="1">
          <a:blip r:embed="rId4">
            <a:alphaModFix/>
          </a:blip>
          <a:srcRect b="0" l="6209" r="6210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4" name="Google Shape;1084;p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9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6" name="Google Shape;1086;p9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7" name="Google Shape;1087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96"/>
          <p:cNvPicPr preferRelativeResize="0"/>
          <p:nvPr/>
        </p:nvPicPr>
        <p:blipFill rotWithShape="1">
          <a:blip r:embed="rId4">
            <a:alphaModFix/>
          </a:blip>
          <a:srcRect b="0" l="6209" r="6210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9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9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2" name="Google Shape;1092;p97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4" name="Google Shape;1094;p97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5" name="Google Shape;1095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6" name="Google Shape;1096;p9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97" name="Google Shape;1097;p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8" name="Google Shape;1098;p9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9" name="Google Shape;1099;p9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101" name="Google Shape;1101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98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5" name="Google Shape;1105;p9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06" name="Google Shape;1106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7" name="Google Shape;1107;p9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08" name="Google Shape;1108;p9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98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10" name="Google Shape;1110;p9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11" name="Google Shape;1111;p9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9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4" name="Google Shape;1114;p99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9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6" name="Google Shape;1116;p99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7" name="Google Shape;1117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8" name="Google Shape;1118;p9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19" name="Google Shape;1119;p9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0" name="Google Shape;1120;p9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21" name="Google Shape;1121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9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9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5" name="Google Shape;1125;p100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10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7" name="Google Shape;1127;p100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8" name="Google Shape;1128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9" name="Google Shape;1129;p10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0" name="Google Shape;1130;p10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1" name="Google Shape;1131;p10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32" name="Google Shape;1132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133" name="Google Shape;1133;p10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10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" name="Google Shape;1136;p101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10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8" name="Google Shape;1138;p101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9" name="Google Shape;1139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0" name="Google Shape;1140;p10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41" name="Google Shape;1141;p10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2" name="Google Shape;1142;p10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43" name="Google Shape;1143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10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10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0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8" name="Google Shape;1148;p10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9" name="Google Shape;1149;p1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102"/>
          <p:cNvPicPr preferRelativeResize="0"/>
          <p:nvPr/>
        </p:nvPicPr>
        <p:blipFill rotWithShape="1">
          <a:blip r:embed="rId3">
            <a:alphaModFix/>
          </a:blip>
          <a:srcRect b="0" l="6209" r="6210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1" name="Google Shape;1151;p10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52" name="Google Shape;1152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3" name="Google Shape;1153;p102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4" name="Google Shape;1154;p10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5" name="Google Shape;1155;p10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10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8" name="Google Shape;1158;p103"/>
          <p:cNvPicPr preferRelativeResize="0"/>
          <p:nvPr/>
        </p:nvPicPr>
        <p:blipFill rotWithShape="1">
          <a:blip r:embed="rId2">
            <a:alphaModFix/>
          </a:blip>
          <a:srcRect b="0" l="6209" r="6210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10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0" name="Google Shape;1160;p10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1" name="Google Shape;1161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2" name="Google Shape;1162;p10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63" name="Google Shape;1163;p1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4" name="Google Shape;1164;p103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65" name="Google Shape;1165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1166" name="Google Shape;1166;p10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10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9" name="Google Shape;1169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104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104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105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105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105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105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105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105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9" name="Google Shape;1179;p105"/>
          <p:cNvGrpSpPr/>
          <p:nvPr/>
        </p:nvGrpSpPr>
        <p:grpSpPr>
          <a:xfrm>
            <a:off x="2475040" y="1859748"/>
            <a:ext cx="1688103" cy="1373213"/>
            <a:chOff x="2642961" y="1644312"/>
            <a:chExt cx="1454634" cy="1195657"/>
          </a:xfrm>
        </p:grpSpPr>
        <p:pic>
          <p:nvPicPr>
            <p:cNvPr id="1180" name="Google Shape;1180;p10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181" name="Google Shape;1181;p10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182" name="Google Shape;1182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183" name="Google Shape;1183;p10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184" name="Google Shape;1184;p105"/>
          <p:cNvPicPr preferRelativeResize="0"/>
          <p:nvPr/>
        </p:nvPicPr>
        <p:blipFill rotWithShape="1">
          <a:blip r:embed="rId6">
            <a:alphaModFix/>
          </a:blip>
          <a:srcRect b="71084" l="3912" r="56769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10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5475" y="2016159"/>
            <a:ext cx="1976824" cy="111785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86" name="Google Shape;1186;p105"/>
          <p:cNvPicPr preferRelativeResize="0"/>
          <p:nvPr/>
        </p:nvPicPr>
        <p:blipFill rotWithShape="1">
          <a:blip r:embed="rId6">
            <a:alphaModFix/>
          </a:blip>
          <a:srcRect b="71903" l="62494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105"/>
          <p:cNvPicPr preferRelativeResize="0"/>
          <p:nvPr/>
        </p:nvPicPr>
        <p:blipFill rotWithShape="1">
          <a:blip r:embed="rId6">
            <a:alphaModFix/>
          </a:blip>
          <a:srcRect b="19543" l="6197" r="59088" t="51183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8" name="Google Shape;1188;p105"/>
          <p:cNvPicPr preferRelativeResize="0"/>
          <p:nvPr/>
        </p:nvPicPr>
        <p:blipFill rotWithShape="1">
          <a:blip r:embed="rId6">
            <a:alphaModFix/>
          </a:blip>
          <a:srcRect b="19543" l="58434" r="3864" t="51183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105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105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2" name="Google Shape;1192;p10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193" name="Google Shape;1193;p10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94" name="Google Shape;1194;p106"/>
            <p:cNvPicPr preferRelativeResize="0"/>
            <p:nvPr/>
          </p:nvPicPr>
          <p:blipFill rotWithShape="1">
            <a:blip r:embed="rId2">
              <a:alphaModFix/>
            </a:blip>
            <a:srcRect b="1710" l="0" r="0" t="1700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5" name="Google Shape;1195;p10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10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7" name="Google Shape;1197;p10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8" name="Google Shape;1198;p106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9" name="Google Shape;1199;p106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0" name="Google Shape;1200;p106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1" name="Google Shape;1201;p106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3" name="Google Shape;1203;p107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204" name="Google Shape;1204;p107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05" name="Google Shape;1205;p107"/>
            <p:cNvPicPr preferRelativeResize="0"/>
            <p:nvPr/>
          </p:nvPicPr>
          <p:blipFill rotWithShape="1">
            <a:blip r:embed="rId2">
              <a:alphaModFix/>
            </a:blip>
            <a:srcRect b="1710" l="0" r="0" t="1700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6" name="Google Shape;1206;p10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10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8" name="Google Shape;1208;p10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9" name="Google Shape;1209;p107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10" name="Google Shape;1210;p107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11" name="Google Shape;1211;p107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12" name="Google Shape;1212;p107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13" name="Google Shape;1213;p107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14" name="Google Shape;1214;p107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6" name="Google Shape;1216;p108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217" name="Google Shape;1217;p108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18" name="Google Shape;1218;p108"/>
            <p:cNvPicPr preferRelativeResize="0"/>
            <p:nvPr/>
          </p:nvPicPr>
          <p:blipFill rotWithShape="1">
            <a:blip r:embed="rId2">
              <a:alphaModFix/>
            </a:blip>
            <a:srcRect b="1710" l="0" r="0" t="1700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19" name="Google Shape;1219;p10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108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1" name="Google Shape;1221;p108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2" name="Google Shape;1222;p108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3" name="Google Shape;1223;p108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4" name="Google Shape;1224;p108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5" name="Google Shape;1225;p108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6" name="Google Shape;1226;p108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7" name="Google Shape;1227;p108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8" name="Google Shape;1228;p108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9" name="Google Shape;1229;p108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1" name="Google Shape;1231;p109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1232" name="Google Shape;1232;p109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33" name="Google Shape;1233;p109"/>
            <p:cNvPicPr preferRelativeResize="0"/>
            <p:nvPr/>
          </p:nvPicPr>
          <p:blipFill rotWithShape="1">
            <a:blip r:embed="rId2">
              <a:alphaModFix/>
            </a:blip>
            <a:srcRect b="1710" l="0" r="0" t="1700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34" name="Google Shape;1234;p10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109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6" name="Google Shape;1236;p109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7" name="Google Shape;1237;p109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8" name="Google Shape;1238;p109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1240;p11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11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110"/>
          <p:cNvPicPr preferRelativeResize="0"/>
          <p:nvPr/>
        </p:nvPicPr>
        <p:blipFill rotWithShape="1">
          <a:blip r:embed="rId4">
            <a:alphaModFix/>
          </a:blip>
          <a:srcRect b="0" l="74624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3" name="Google Shape;1243;p110"/>
          <p:cNvCxnSpPr>
            <a:endCxn id="1244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45" name="Google Shape;1245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110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44" name="Google Shape;1244;p1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7" name="Google Shape;1247;p110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248" name="Google Shape;1248;p110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49" name="Google Shape;1249;p110"/>
            <p:cNvPicPr preferRelativeResize="0"/>
            <p:nvPr/>
          </p:nvPicPr>
          <p:blipFill rotWithShape="1">
            <a:blip r:embed="rId7">
              <a:alphaModFix/>
            </a:blip>
            <a:srcRect b="1710" l="0" r="0" t="1700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50" name="Google Shape;1250;p11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110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252" name="Google Shape;1252;p110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4" name="Google Shape;1254;p11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p111"/>
          <p:cNvPicPr preferRelativeResize="0"/>
          <p:nvPr/>
        </p:nvPicPr>
        <p:blipFill rotWithShape="1">
          <a:blip r:embed="rId3">
            <a:alphaModFix/>
          </a:blip>
          <a:srcRect b="0" l="74624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6" name="Google Shape;1256;p11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7" name="Google Shape;1257;p111"/>
          <p:cNvPicPr preferRelativeResize="0"/>
          <p:nvPr/>
        </p:nvPicPr>
        <p:blipFill rotWithShape="1">
          <a:blip r:embed="rId3">
            <a:alphaModFix/>
          </a:blip>
          <a:srcRect b="0" l="74624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11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111"/>
          <p:cNvPicPr preferRelativeResize="0"/>
          <p:nvPr/>
        </p:nvPicPr>
        <p:blipFill rotWithShape="1">
          <a:blip r:embed="rId3">
            <a:alphaModFix/>
          </a:blip>
          <a:srcRect b="0" l="74624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0" name="Google Shape;1260;p111"/>
          <p:cNvCxnSpPr>
            <a:endCxn id="1261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61" name="Google Shape;1261;p1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1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3" name="Google Shape;1263;p1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4" name="Google Shape;1264;p111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265" name="Google Shape;1265;p111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66" name="Google Shape;1266;p111"/>
            <p:cNvPicPr preferRelativeResize="0"/>
            <p:nvPr/>
          </p:nvPicPr>
          <p:blipFill rotWithShape="1">
            <a:blip r:embed="rId9">
              <a:alphaModFix/>
            </a:blip>
            <a:srcRect b="1710" l="0" r="0" t="1700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7" name="Google Shape;1267;p11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111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269" name="Google Shape;1269;p111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70" name="Google Shape;1270;p111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71" name="Google Shape;1271;p111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3" name="Google Shape;1273;p11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112"/>
          <p:cNvPicPr preferRelativeResize="0"/>
          <p:nvPr/>
        </p:nvPicPr>
        <p:blipFill rotWithShape="1">
          <a:blip r:embed="rId3">
            <a:alphaModFix/>
          </a:blip>
          <a:srcRect b="0" l="74624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112"/>
          <p:cNvPicPr preferRelativeResize="0"/>
          <p:nvPr/>
        </p:nvPicPr>
        <p:blipFill rotWithShape="1">
          <a:blip r:embed="rId4">
            <a:alphaModFix/>
          </a:blip>
          <a:srcRect b="4397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112"/>
          <p:cNvPicPr preferRelativeResize="0"/>
          <p:nvPr/>
        </p:nvPicPr>
        <p:blipFill rotWithShape="1">
          <a:blip r:embed="rId3">
            <a:alphaModFix/>
          </a:blip>
          <a:srcRect b="0" l="74624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7" name="Google Shape;1277;p11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p112"/>
          <p:cNvPicPr preferRelativeResize="0"/>
          <p:nvPr/>
        </p:nvPicPr>
        <p:blipFill rotWithShape="1">
          <a:blip r:embed="rId3">
            <a:alphaModFix/>
          </a:blip>
          <a:srcRect b="0" l="74624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9" name="Google Shape;1279;p11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112"/>
          <p:cNvPicPr preferRelativeResize="0"/>
          <p:nvPr/>
        </p:nvPicPr>
        <p:blipFill rotWithShape="1">
          <a:blip r:embed="rId3">
            <a:alphaModFix/>
          </a:blip>
          <a:srcRect b="0" l="74624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1" name="Google Shape;1281;p11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2" name="Google Shape;1282;p1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1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1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1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6" name="Google Shape;1286;p112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1287" name="Google Shape;1287;p112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88" name="Google Shape;1288;p112"/>
            <p:cNvPicPr preferRelativeResize="0"/>
            <p:nvPr/>
          </p:nvPicPr>
          <p:blipFill rotWithShape="1">
            <a:blip r:embed="rId11">
              <a:alphaModFix/>
            </a:blip>
            <a:srcRect b="1710" l="0" r="0" t="1700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9" name="Google Shape;1289;p11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112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1291" name="Google Shape;1291;p112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2" name="Google Shape;1292;p112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3" name="Google Shape;1293;p112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4" name="Google Shape;1294;p112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6" name="Google Shape;1296;p113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1297" name="Google Shape;1297;p1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8" name="Google Shape;1298;p113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9" name="Google Shape;1299;p11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00" name="Google Shape;1300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11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11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14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1305" name="Google Shape;1305;p114"/>
            <p:cNvPicPr preferRelativeResize="0"/>
            <p:nvPr/>
          </p:nvPicPr>
          <p:blipFill rotWithShape="1">
            <a:blip r:embed="rId2">
              <a:alphaModFix/>
            </a:blip>
            <a:srcRect b="1672" l="0" r="0" t="1663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6" name="Google Shape;1306;p114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7" name="Google Shape;1307;p11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8" name="Google Shape;1308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11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0" name="Google Shape;1310;p11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2" name="Google Shape;1312;p11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11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5" name="Google Shape;1315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15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7" name="Google Shape;1317;p11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9" name="Google Shape;1319;p11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0" name="Google Shape;1320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11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22" name="Google Shape;1322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11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4" name="Google Shape;1324;p11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1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7" name="Google Shape;1327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117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30" name="Google Shape;1330;p11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31" name="Google Shape;1331;p11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332" name="Google Shape;1332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3" name="Google Shape;1333;p11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4" name="Google Shape;1334;p11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335" name="Google Shape;1335;p1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11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37" name="Google Shape;1337;p117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1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0" name="Google Shape;1340;p11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1" name="Google Shape;1341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118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43" name="Google Shape;1343;p11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344" name="Google Shape;1344;p1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5" name="Google Shape;1345;p11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6" name="Google Shape;1346;p11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347" name="Google Shape;1347;p1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8" name="Google Shape;1348;p11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49" name="Google Shape;1349;p118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0" name="Google Shape;1350;p118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11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3" name="Google Shape;1353;p119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119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56" name="Google Shape;1356;p11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357" name="Google Shape;1357;p1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1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1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360" name="Google Shape;1360;p1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1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62" name="Google Shape;1362;p119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3" name="Google Shape;1363;p119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12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6" name="Google Shape;1366;p120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2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20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369" name="Google Shape;1369;p12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370" name="Google Shape;1370;p1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1" name="Google Shape;1371;p12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2" name="Google Shape;1372;p12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373" name="Google Shape;1373;p1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4" name="Google Shape;1374;p12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75" name="Google Shape;1375;p120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6" name="Google Shape;1376;p120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8" name="Google Shape;1378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2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12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12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85" name="Google Shape;1385;p12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386" name="Google Shape;1386;p12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387" name="Google Shape;1387;p12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12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9" name="Google Shape;1389;p1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12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12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3" name="Google Shape;1393;p122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1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5" name="Google Shape;1395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6" name="Google Shape;1396;p12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7" name="Google Shape;1397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8" name="Google Shape;1398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9" name="Google Shape;1399;p12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2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1" name="Google Shape;1401;p12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02" name="Google Shape;1402;p12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03" name="Google Shape;1403;p12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404" name="Google Shape;1404;p12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12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12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8" name="Google Shape;1408;p123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1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0" name="Google Shape;1410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2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2" name="Google Shape;1412;p1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3" name="Google Shape;1413;p1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123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23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123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17" name="Google Shape;1417;p12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18" name="Google Shape;1418;p12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419" name="Google Shape;1419;p123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123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12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124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1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5" name="Google Shape;1425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12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7" name="Google Shape;1427;p1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8" name="Google Shape;1428;p1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24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24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24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32" name="Google Shape;1432;p124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33" name="Google Shape;1433;p12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434" name="Google Shape;1434;p124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24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12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Google Shape;1438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125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41" name="Google Shape;1441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2" name="Google Shape;1442;p12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2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44" name="Google Shape;1444;p125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45" name="Google Shape;1445;p125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46" name="Google Shape;1446;p12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447" name="Google Shape;1447;p1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8" name="Google Shape;1448;p12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9" name="Google Shape;1449;p12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450" name="Google Shape;1450;p1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1" name="Google Shape;1451;p12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2" name="Google Shape;1452;p12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453" name="Google Shape;1453;p1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4" name="Google Shape;1454;p12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55" name="Google Shape;1455;p125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12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p1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9" name="Google Shape;1459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2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2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62" name="Google Shape;1462;p126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63" name="Google Shape;1463;p126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64" name="Google Shape;1464;p12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465" name="Google Shape;1465;p1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6" name="Google Shape;1466;p12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7" name="Google Shape;1467;p12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468" name="Google Shape;1468;p1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9" name="Google Shape;1469;p12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0" name="Google Shape;1470;p12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471" name="Google Shape;1471;p1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2" name="Google Shape;1472;p12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73" name="Google Shape;1473;p12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4" name="Google Shape;1474;p126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6" name="Google Shape;1476;p127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8" name="Google Shape;1478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12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81" name="Google Shape;1481;p127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482" name="Google Shape;1482;p127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483" name="Google Shape;1483;p12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484" name="Google Shape;1484;p1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5" name="Google Shape;1485;p12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6" name="Google Shape;1486;p12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487" name="Google Shape;1487;p1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8" name="Google Shape;1488;p12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9" name="Google Shape;1489;p12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490" name="Google Shape;1490;p1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1" name="Google Shape;1491;p12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92" name="Google Shape;1492;p12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3" name="Google Shape;1493;p127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5" name="Google Shape;1495;p12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6" name="Google Shape;1496;p12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7" name="Google Shape;1497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1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12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00" name="Google Shape;1500;p128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01" name="Google Shape;1501;p128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502" name="Google Shape;1502;p12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503" name="Google Shape;1503;p1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4" name="Google Shape;1504;p1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5" name="Google Shape;1505;p12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506" name="Google Shape;1506;p1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7" name="Google Shape;1507;p1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8" name="Google Shape;1508;p12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509" name="Google Shape;1509;p1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0" name="Google Shape;1510;p1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11" name="Google Shape;1511;p12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12" name="Google Shape;1512;p128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4" name="Google Shape;1514;p1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1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6" name="Google Shape;1516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7" name="Google Shape;1517;p1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12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19" name="Google Shape;1519;p129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20" name="Google Shape;1520;p129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21" name="Google Shape;1521;p129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522" name="Google Shape;1522;p12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523" name="Google Shape;1523;p1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4" name="Google Shape;1524;p1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5" name="Google Shape;1525;p12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526" name="Google Shape;1526;p1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7" name="Google Shape;1527;p1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8" name="Google Shape;1528;p12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529" name="Google Shape;1529;p1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0" name="Google Shape;1530;p1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1" name="Google Shape;1531;p12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532" name="Google Shape;1532;p1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3" name="Google Shape;1533;p1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4" name="Google Shape;1534;p12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5" name="Google Shape;1535;p129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" name="Google Shape;1537;p130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38" name="Google Shape;1538;p1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9" name="Google Shape;1539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1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13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42" name="Google Shape;1542;p130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43" name="Google Shape;1543;p130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44" name="Google Shape;1544;p130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545" name="Google Shape;1545;p13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546" name="Google Shape;1546;p1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7" name="Google Shape;1547;p1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8" name="Google Shape;1548;p13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549" name="Google Shape;1549;p1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0" name="Google Shape;1550;p1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1" name="Google Shape;1551;p13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552" name="Google Shape;1552;p1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3" name="Google Shape;1553;p1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4" name="Google Shape;1554;p13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555" name="Google Shape;1555;p1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6" name="Google Shape;1556;p1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57" name="Google Shape;1557;p13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8" name="Google Shape;1558;p130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0" name="Google Shape;1560;p131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61" name="Google Shape;1561;p1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13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63" name="Google Shape;1563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p1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13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66" name="Google Shape;1566;p131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67" name="Google Shape;1567;p131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68" name="Google Shape;1568;p131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569" name="Google Shape;1569;p13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570" name="Google Shape;1570;p1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1" name="Google Shape;1571;p1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2" name="Google Shape;1572;p13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573" name="Google Shape;1573;p1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4" name="Google Shape;1574;p1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5" name="Google Shape;1575;p13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576" name="Google Shape;1576;p1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7" name="Google Shape;1577;p1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78" name="Google Shape;1578;p13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579" name="Google Shape;1579;p1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0" name="Google Shape;1580;p1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81" name="Google Shape;1581;p131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132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584" name="Google Shape;1584;p13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13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6" name="Google Shape;1586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1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8" name="Google Shape;1588;p13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89" name="Google Shape;1589;p132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90" name="Google Shape;1590;p132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591" name="Google Shape;1591;p132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592" name="Google Shape;1592;p13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593" name="Google Shape;1593;p1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4" name="Google Shape;1594;p1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5" name="Google Shape;1595;p13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596" name="Google Shape;1596;p1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7" name="Google Shape;1597;p1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8" name="Google Shape;1598;p13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599" name="Google Shape;1599;p1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0" name="Google Shape;1600;p1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01" name="Google Shape;1601;p13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602" name="Google Shape;1602;p1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3" name="Google Shape;1603;p1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04" name="Google Shape;1604;p132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6" name="Google Shape;1606;p1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07" name="Google Shape;1607;p1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8" name="Google Shape;1608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p1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133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611" name="Google Shape;1611;p133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612" name="Google Shape;1612;p133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13" name="Google Shape;1613;p13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614" name="Google Shape;1614;p1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5" name="Google Shape;1615;p1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6" name="Google Shape;1616;p13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617" name="Google Shape;1617;p1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8" name="Google Shape;1618;p1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9" name="Google Shape;1619;p13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620" name="Google Shape;1620;p1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1" name="Google Shape;1621;p1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22" name="Google Shape;1622;p13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3" name="Google Shape;1623;p133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624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5" name="Google Shape;1625;p134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6" name="Google Shape;1626;p1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7" name="Google Shape;1627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8" name="Google Shape;1628;p1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134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630" name="Google Shape;1630;p134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631" name="Google Shape;1631;p134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32" name="Google Shape;1632;p13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633" name="Google Shape;1633;p1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4" name="Google Shape;1634;p1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5" name="Google Shape;1635;p13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636" name="Google Shape;1636;p1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7" name="Google Shape;1637;p1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8" name="Google Shape;1638;p13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639" name="Google Shape;1639;p1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0" name="Google Shape;1640;p1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41" name="Google Shape;1641;p13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2" name="Google Shape;1642;p134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4" name="Google Shape;1644;p135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5" name="Google Shape;1645;p1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6" name="Google Shape;1646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7" name="Google Shape;1647;p1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135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649" name="Google Shape;1649;p135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650" name="Google Shape;1650;p135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51" name="Google Shape;1651;p13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652" name="Google Shape;1652;p1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3" name="Google Shape;1653;p1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54" name="Google Shape;1654;p13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655" name="Google Shape;1655;p1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6" name="Google Shape;1656;p1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57" name="Google Shape;1657;p13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658" name="Google Shape;1658;p1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9" name="Google Shape;1659;p1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60" name="Google Shape;1660;p13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1" name="Google Shape;1661;p135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3" name="Google Shape;1663;p13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4" name="Google Shape;1664;p13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5" name="Google Shape;1665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6" name="Google Shape;1666;p1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136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668" name="Google Shape;1668;p136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669" name="Google Shape;1669;p136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670" name="Google Shape;1670;p13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671" name="Google Shape;1671;p1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2" name="Google Shape;1672;p1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3" name="Google Shape;1673;p13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674" name="Google Shape;1674;p1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5" name="Google Shape;1675;p1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6" name="Google Shape;1676;p13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677" name="Google Shape;1677;p1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8" name="Google Shape;1678;p1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79" name="Google Shape;1679;p13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0" name="Google Shape;1680;p136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2" name="Google Shape;1682;p1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83" name="Google Shape;1683;p1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4" name="Google Shape;1684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5" name="Google Shape;1685;p1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13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7" name="Google Shape;1687;p13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9" name="Google Shape;1689;p13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90" name="Google Shape;1690;p1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1" name="Google Shape;1691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2" name="Google Shape;1692;p1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3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94" name="Google Shape;1694;p13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6" name="Google Shape;1696;p139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97" name="Google Shape;1697;p1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8" name="Google Shape;1698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9" name="Google Shape;1699;p1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13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1" name="Google Shape;1701;p13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3" name="Google Shape;1703;p140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14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14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706" name="Google Shape;1706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7" name="Google Shape;1707;p1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4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1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11" name="Google Shape;1711;p1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2" name="Google Shape;1712;p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Google Shape;1713;p1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14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14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6" name="Google Shape;1716;p14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8" name="Google Shape;1718;p142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1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0" name="Google Shape;1720;p1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1" name="Google Shape;1721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2" name="Google Shape;1722;p14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14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24" name="Google Shape;1724;p14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6" name="Google Shape;1726;p143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27" name="Google Shape;1727;p1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1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9" name="Google Shape;1729;p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0" name="Google Shape;1730;p14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1" name="Google Shape;1731;p143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2" name="Google Shape;1732;p14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4" name="Google Shape;1734;p144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35" name="Google Shape;1735;p14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1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7" name="Google Shape;1737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8" name="Google Shape;1738;p14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14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0" name="Google Shape;1740;p14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2" name="Google Shape;1742;p1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1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4" name="Google Shape;1744;p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5" name="Google Shape;1745;p1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14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145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8" name="Google Shape;1748;p14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0" name="Google Shape;1750;p146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51" name="Google Shape;1751;p1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1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3" name="Google Shape;1753;p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4" name="Google Shape;1754;p14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146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6" name="Google Shape;1756;p14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8" name="Google Shape;1758;p147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59" name="Google Shape;1759;p1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1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1" name="Google Shape;1761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2" name="Google Shape;1762;p14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47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4" name="Google Shape;1764;p14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765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6" name="Google Shape;1766;p148"/>
          <p:cNvPicPr preferRelativeResize="0"/>
          <p:nvPr/>
        </p:nvPicPr>
        <p:blipFill rotWithShape="1">
          <a:blip r:embed="rId2">
            <a:alphaModFix/>
          </a:blip>
          <a:srcRect b="1672" l="0" r="0" t="1663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14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1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9" name="Google Shape;1769;p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0" name="Google Shape;1770;p1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148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72" name="Google Shape;1772;p14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4" name="Google Shape;1774;p149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1775" name="Google Shape;1775;p149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76" name="Google Shape;1776;p149"/>
            <p:cNvPicPr preferRelativeResize="0"/>
            <p:nvPr/>
          </p:nvPicPr>
          <p:blipFill rotWithShape="1">
            <a:blip r:embed="rId2">
              <a:alphaModFix/>
            </a:blip>
            <a:srcRect b="1710" l="0" r="0" t="1700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7" name="Google Shape;1777;p1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149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9" name="Google Shape;1779;p14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1" name="Google Shape;1781;p150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1782" name="Google Shape;1782;p150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83" name="Google Shape;1783;p150"/>
            <p:cNvPicPr preferRelativeResize="0"/>
            <p:nvPr/>
          </p:nvPicPr>
          <p:blipFill rotWithShape="1">
            <a:blip r:embed="rId2">
              <a:alphaModFix/>
            </a:blip>
            <a:srcRect b="1710" l="0" r="0" t="1700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4" name="Google Shape;1784;p15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85" name="Google Shape;1785;p1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150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15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15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15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1" name="Google Shape;1791;p15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15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3" name="Google Shape;1793;p15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15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15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15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8" name="Google Shape;1798;p1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799" name="Google Shape;1799;p152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153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83" Type="http://schemas.openxmlformats.org/officeDocument/2006/relationships/theme" Target="../theme/theme2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80" Type="http://schemas.openxmlformats.org/officeDocument/2006/relationships/slideLayout" Target="../slideLayouts/slideLayout79.xml"/><Relationship Id="rId82" Type="http://schemas.openxmlformats.org/officeDocument/2006/relationships/slideLayout" Target="../slideLayouts/slideLayout81.xml"/><Relationship Id="rId81" Type="http://schemas.openxmlformats.org/officeDocument/2006/relationships/slideLayout" Target="../slideLayouts/slideLayout80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75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29.xml"/><Relationship Id="rId74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32.xml"/><Relationship Id="rId77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31.xml"/><Relationship Id="rId76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34.xml"/><Relationship Id="rId79" Type="http://schemas.openxmlformats.org/officeDocument/2006/relationships/slideLayout" Target="../slideLayouts/slideLayout78.xml"/><Relationship Id="rId34" Type="http://schemas.openxmlformats.org/officeDocument/2006/relationships/slideLayout" Target="../slideLayouts/slideLayout33.xml"/><Relationship Id="rId78" Type="http://schemas.openxmlformats.org/officeDocument/2006/relationships/slideLayout" Target="../slideLayouts/slideLayout77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20.xml"/><Relationship Id="rId42" Type="http://schemas.openxmlformats.org/officeDocument/2006/relationships/slideLayout" Target="../slideLayouts/slideLayout122.xml"/><Relationship Id="rId41" Type="http://schemas.openxmlformats.org/officeDocument/2006/relationships/slideLayout" Target="../slideLayouts/slideLayout121.xml"/><Relationship Id="rId44" Type="http://schemas.openxmlformats.org/officeDocument/2006/relationships/slideLayout" Target="../slideLayouts/slideLayout124.xml"/><Relationship Id="rId43" Type="http://schemas.openxmlformats.org/officeDocument/2006/relationships/slideLayout" Target="../slideLayouts/slideLayout123.xml"/><Relationship Id="rId46" Type="http://schemas.openxmlformats.org/officeDocument/2006/relationships/slideLayout" Target="../slideLayouts/slideLayout126.xml"/><Relationship Id="rId45" Type="http://schemas.openxmlformats.org/officeDocument/2006/relationships/slideLayout" Target="../slideLayouts/slideLayout125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82.xml"/><Relationship Id="rId3" Type="http://schemas.openxmlformats.org/officeDocument/2006/relationships/slideLayout" Target="../slideLayouts/slideLayout83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48" Type="http://schemas.openxmlformats.org/officeDocument/2006/relationships/slideLayout" Target="../slideLayouts/slideLayout128.xml"/><Relationship Id="rId47" Type="http://schemas.openxmlformats.org/officeDocument/2006/relationships/slideLayout" Target="../slideLayouts/slideLayout127.xml"/><Relationship Id="rId49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85.xml"/><Relationship Id="rId6" Type="http://schemas.openxmlformats.org/officeDocument/2006/relationships/slideLayout" Target="../slideLayouts/slideLayout86.xml"/><Relationship Id="rId7" Type="http://schemas.openxmlformats.org/officeDocument/2006/relationships/slideLayout" Target="../slideLayouts/slideLayout87.xml"/><Relationship Id="rId8" Type="http://schemas.openxmlformats.org/officeDocument/2006/relationships/slideLayout" Target="../slideLayouts/slideLayout88.xml"/><Relationship Id="rId72" Type="http://schemas.openxmlformats.org/officeDocument/2006/relationships/theme" Target="../theme/theme3.xml"/><Relationship Id="rId31" Type="http://schemas.openxmlformats.org/officeDocument/2006/relationships/slideLayout" Target="../slideLayouts/slideLayout111.xml"/><Relationship Id="rId30" Type="http://schemas.openxmlformats.org/officeDocument/2006/relationships/slideLayout" Target="../slideLayouts/slideLayout110.xml"/><Relationship Id="rId33" Type="http://schemas.openxmlformats.org/officeDocument/2006/relationships/slideLayout" Target="../slideLayouts/slideLayout113.xml"/><Relationship Id="rId32" Type="http://schemas.openxmlformats.org/officeDocument/2006/relationships/slideLayout" Target="../slideLayouts/slideLayout112.xml"/><Relationship Id="rId35" Type="http://schemas.openxmlformats.org/officeDocument/2006/relationships/slideLayout" Target="../slideLayouts/slideLayout115.xml"/><Relationship Id="rId34" Type="http://schemas.openxmlformats.org/officeDocument/2006/relationships/slideLayout" Target="../slideLayouts/slideLayout114.xml"/><Relationship Id="rId71" Type="http://schemas.openxmlformats.org/officeDocument/2006/relationships/slideLayout" Target="../slideLayouts/slideLayout151.xml"/><Relationship Id="rId70" Type="http://schemas.openxmlformats.org/officeDocument/2006/relationships/slideLayout" Target="../slideLayouts/slideLayout150.xml"/><Relationship Id="rId37" Type="http://schemas.openxmlformats.org/officeDocument/2006/relationships/slideLayout" Target="../slideLayouts/slideLayout117.xml"/><Relationship Id="rId36" Type="http://schemas.openxmlformats.org/officeDocument/2006/relationships/slideLayout" Target="../slideLayouts/slideLayout116.xml"/><Relationship Id="rId39" Type="http://schemas.openxmlformats.org/officeDocument/2006/relationships/slideLayout" Target="../slideLayouts/slideLayout119.xml"/><Relationship Id="rId38" Type="http://schemas.openxmlformats.org/officeDocument/2006/relationships/slideLayout" Target="../slideLayouts/slideLayout118.xml"/><Relationship Id="rId62" Type="http://schemas.openxmlformats.org/officeDocument/2006/relationships/slideLayout" Target="../slideLayouts/slideLayout142.xml"/><Relationship Id="rId61" Type="http://schemas.openxmlformats.org/officeDocument/2006/relationships/slideLayout" Target="../slideLayouts/slideLayout141.xml"/><Relationship Id="rId20" Type="http://schemas.openxmlformats.org/officeDocument/2006/relationships/slideLayout" Target="../slideLayouts/slideLayout100.xml"/><Relationship Id="rId64" Type="http://schemas.openxmlformats.org/officeDocument/2006/relationships/slideLayout" Target="../slideLayouts/slideLayout144.xml"/><Relationship Id="rId63" Type="http://schemas.openxmlformats.org/officeDocument/2006/relationships/slideLayout" Target="../slideLayouts/slideLayout143.xml"/><Relationship Id="rId22" Type="http://schemas.openxmlformats.org/officeDocument/2006/relationships/slideLayout" Target="../slideLayouts/slideLayout102.xml"/><Relationship Id="rId66" Type="http://schemas.openxmlformats.org/officeDocument/2006/relationships/slideLayout" Target="../slideLayouts/slideLayout146.xml"/><Relationship Id="rId21" Type="http://schemas.openxmlformats.org/officeDocument/2006/relationships/slideLayout" Target="../slideLayouts/slideLayout101.xml"/><Relationship Id="rId65" Type="http://schemas.openxmlformats.org/officeDocument/2006/relationships/slideLayout" Target="../slideLayouts/slideLayout145.xml"/><Relationship Id="rId24" Type="http://schemas.openxmlformats.org/officeDocument/2006/relationships/slideLayout" Target="../slideLayouts/slideLayout104.xml"/><Relationship Id="rId68" Type="http://schemas.openxmlformats.org/officeDocument/2006/relationships/slideLayout" Target="../slideLayouts/slideLayout148.xml"/><Relationship Id="rId23" Type="http://schemas.openxmlformats.org/officeDocument/2006/relationships/slideLayout" Target="../slideLayouts/slideLayout103.xml"/><Relationship Id="rId67" Type="http://schemas.openxmlformats.org/officeDocument/2006/relationships/slideLayout" Target="../slideLayouts/slideLayout147.xml"/><Relationship Id="rId60" Type="http://schemas.openxmlformats.org/officeDocument/2006/relationships/slideLayout" Target="../slideLayouts/slideLayout140.xml"/><Relationship Id="rId26" Type="http://schemas.openxmlformats.org/officeDocument/2006/relationships/slideLayout" Target="../slideLayouts/slideLayout106.xml"/><Relationship Id="rId25" Type="http://schemas.openxmlformats.org/officeDocument/2006/relationships/slideLayout" Target="../slideLayouts/slideLayout105.xml"/><Relationship Id="rId69" Type="http://schemas.openxmlformats.org/officeDocument/2006/relationships/slideLayout" Target="../slideLayouts/slideLayout149.xml"/><Relationship Id="rId28" Type="http://schemas.openxmlformats.org/officeDocument/2006/relationships/slideLayout" Target="../slideLayouts/slideLayout108.xml"/><Relationship Id="rId27" Type="http://schemas.openxmlformats.org/officeDocument/2006/relationships/slideLayout" Target="../slideLayouts/slideLayout107.xml"/><Relationship Id="rId29" Type="http://schemas.openxmlformats.org/officeDocument/2006/relationships/slideLayout" Target="../slideLayouts/slideLayout109.xml"/><Relationship Id="rId51" Type="http://schemas.openxmlformats.org/officeDocument/2006/relationships/slideLayout" Target="../slideLayouts/slideLayout131.xml"/><Relationship Id="rId50" Type="http://schemas.openxmlformats.org/officeDocument/2006/relationships/slideLayout" Target="../slideLayouts/slideLayout130.xml"/><Relationship Id="rId53" Type="http://schemas.openxmlformats.org/officeDocument/2006/relationships/slideLayout" Target="../slideLayouts/slideLayout133.xml"/><Relationship Id="rId52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91.xml"/><Relationship Id="rId5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90.xml"/><Relationship Id="rId54" Type="http://schemas.openxmlformats.org/officeDocument/2006/relationships/slideLayout" Target="../slideLayouts/slideLayout134.xml"/><Relationship Id="rId13" Type="http://schemas.openxmlformats.org/officeDocument/2006/relationships/slideLayout" Target="../slideLayouts/slideLayout93.xml"/><Relationship Id="rId57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92.xml"/><Relationship Id="rId56" Type="http://schemas.openxmlformats.org/officeDocument/2006/relationships/slideLayout" Target="../slideLayouts/slideLayout136.xml"/><Relationship Id="rId15" Type="http://schemas.openxmlformats.org/officeDocument/2006/relationships/slideLayout" Target="../slideLayouts/slideLayout95.xml"/><Relationship Id="rId59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94.xml"/><Relationship Id="rId58" Type="http://schemas.openxmlformats.org/officeDocument/2006/relationships/slideLayout" Target="../slideLayouts/slideLayout138.xml"/><Relationship Id="rId17" Type="http://schemas.openxmlformats.org/officeDocument/2006/relationships/slideLayout" Target="../slideLayouts/slideLayout97.xml"/><Relationship Id="rId16" Type="http://schemas.openxmlformats.org/officeDocument/2006/relationships/slideLayout" Target="../slideLayouts/slideLayout96.xml"/><Relationship Id="rId19" Type="http://schemas.openxmlformats.org/officeDocument/2006/relationships/slideLayout" Target="../slideLayouts/slideLayout99.xml"/><Relationship Id="rId18" Type="http://schemas.openxmlformats.org/officeDocument/2006/relationships/slideLayout" Target="../slideLayouts/slideLayout9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  <p:sldLayoutId id="2147483720" r:id="rId74"/>
    <p:sldLayoutId id="2147483721" r:id="rId75"/>
    <p:sldLayoutId id="2147483722" r:id="rId76"/>
    <p:sldLayoutId id="2147483723" r:id="rId77"/>
    <p:sldLayoutId id="2147483724" r:id="rId78"/>
    <p:sldLayoutId id="2147483725" r:id="rId79"/>
    <p:sldLayoutId id="2147483726" r:id="rId80"/>
    <p:sldLayoutId id="2147483727" r:id="rId81"/>
    <p:sldLayoutId id="2147483728" r:id="rId8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83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964" name="Google Shape;964;p83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965" name="Google Shape;965;p8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  <p:sldLayoutId id="2147483746" r:id="rId19"/>
    <p:sldLayoutId id="2147483747" r:id="rId20"/>
    <p:sldLayoutId id="2147483748" r:id="rId21"/>
    <p:sldLayoutId id="2147483749" r:id="rId22"/>
    <p:sldLayoutId id="214748375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  <p:sldLayoutId id="2147483759" r:id="rId32"/>
    <p:sldLayoutId id="2147483760" r:id="rId33"/>
    <p:sldLayoutId id="2147483761" r:id="rId34"/>
    <p:sldLayoutId id="2147483762" r:id="rId35"/>
    <p:sldLayoutId id="2147483763" r:id="rId36"/>
    <p:sldLayoutId id="2147483764" r:id="rId37"/>
    <p:sldLayoutId id="2147483765" r:id="rId38"/>
    <p:sldLayoutId id="2147483766" r:id="rId39"/>
    <p:sldLayoutId id="2147483767" r:id="rId40"/>
    <p:sldLayoutId id="2147483768" r:id="rId41"/>
    <p:sldLayoutId id="2147483769" r:id="rId42"/>
    <p:sldLayoutId id="2147483770" r:id="rId43"/>
    <p:sldLayoutId id="2147483771" r:id="rId44"/>
    <p:sldLayoutId id="2147483772" r:id="rId45"/>
    <p:sldLayoutId id="2147483773" r:id="rId46"/>
    <p:sldLayoutId id="2147483774" r:id="rId47"/>
    <p:sldLayoutId id="2147483775" r:id="rId48"/>
    <p:sldLayoutId id="2147483776" r:id="rId49"/>
    <p:sldLayoutId id="2147483777" r:id="rId50"/>
    <p:sldLayoutId id="2147483778" r:id="rId51"/>
    <p:sldLayoutId id="2147483779" r:id="rId52"/>
    <p:sldLayoutId id="2147483780" r:id="rId53"/>
    <p:sldLayoutId id="2147483781" r:id="rId54"/>
    <p:sldLayoutId id="2147483782" r:id="rId55"/>
    <p:sldLayoutId id="2147483783" r:id="rId56"/>
    <p:sldLayoutId id="2147483784" r:id="rId57"/>
    <p:sldLayoutId id="2147483785" r:id="rId58"/>
    <p:sldLayoutId id="2147483786" r:id="rId59"/>
    <p:sldLayoutId id="2147483787" r:id="rId60"/>
    <p:sldLayoutId id="2147483788" r:id="rId61"/>
    <p:sldLayoutId id="2147483789" r:id="rId62"/>
    <p:sldLayoutId id="2147483790" r:id="rId63"/>
    <p:sldLayoutId id="2147483791" r:id="rId64"/>
    <p:sldLayoutId id="2147483792" r:id="rId65"/>
    <p:sldLayoutId id="2147483793" r:id="rId66"/>
    <p:sldLayoutId id="2147483794" r:id="rId67"/>
    <p:sldLayoutId id="2147483795" r:id="rId68"/>
    <p:sldLayoutId id="2147483796" r:id="rId69"/>
    <p:sldLayoutId id="2147483797" r:id="rId70"/>
    <p:sldLayoutId id="2147483798" r:id="rId7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0.png"/><Relationship Id="rId4" Type="http://schemas.openxmlformats.org/officeDocument/2006/relationships/image" Target="../media/image151.png"/><Relationship Id="rId5" Type="http://schemas.openxmlformats.org/officeDocument/2006/relationships/image" Target="../media/image1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7.png"/><Relationship Id="rId4" Type="http://schemas.openxmlformats.org/officeDocument/2006/relationships/image" Target="../media/image154.png"/><Relationship Id="rId5" Type="http://schemas.openxmlformats.org/officeDocument/2006/relationships/image" Target="../media/image15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7.png"/><Relationship Id="rId4" Type="http://schemas.openxmlformats.org/officeDocument/2006/relationships/image" Target="../media/image154.png"/><Relationship Id="rId5" Type="http://schemas.openxmlformats.org/officeDocument/2006/relationships/image" Target="../media/image15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9.png"/><Relationship Id="rId4" Type="http://schemas.openxmlformats.org/officeDocument/2006/relationships/image" Target="../media/image161.png"/><Relationship Id="rId5" Type="http://schemas.openxmlformats.org/officeDocument/2006/relationships/image" Target="../media/image16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0.png"/><Relationship Id="rId4" Type="http://schemas.openxmlformats.org/officeDocument/2006/relationships/image" Target="../media/image151.png"/><Relationship Id="rId5" Type="http://schemas.openxmlformats.org/officeDocument/2006/relationships/image" Target="../media/image155.png"/><Relationship Id="rId6" Type="http://schemas.openxmlformats.org/officeDocument/2006/relationships/image" Target="../media/image159.png"/><Relationship Id="rId7" Type="http://schemas.openxmlformats.org/officeDocument/2006/relationships/image" Target="../media/image161.png"/><Relationship Id="rId8" Type="http://schemas.openxmlformats.org/officeDocument/2006/relationships/image" Target="../media/image16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15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Quality Checks for Understanding (CfU)</a:t>
            </a:r>
            <a:endParaRPr b="0" sz="3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 knowledge starter quiz </a:t>
            </a:r>
            <a:endParaRPr/>
          </a:p>
        </p:txBody>
      </p:sp>
      <p:sp>
        <p:nvSpPr>
          <p:cNvPr id="1812" name="Google Shape;1812;p155"/>
          <p:cNvSpPr txBox="1"/>
          <p:nvPr>
            <p:ph idx="1" type="body"/>
          </p:nvPr>
        </p:nvSpPr>
        <p:spPr>
          <a:xfrm>
            <a:off x="348125" y="6864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Fill in the blanks in our three step process to creating coherent prior </a:t>
            </a:r>
            <a:r>
              <a:rPr lang="en-GB" sz="2000"/>
              <a:t>knowledge</a:t>
            </a:r>
            <a:r>
              <a:rPr lang="en-GB" sz="2000"/>
              <a:t> starter </a:t>
            </a:r>
            <a:r>
              <a:rPr lang="en-GB" sz="2000"/>
              <a:t>quizzes</a:t>
            </a:r>
            <a:r>
              <a:rPr lang="en-GB" sz="2000"/>
              <a:t>. </a:t>
            </a:r>
            <a:endParaRPr sz="2000"/>
          </a:p>
        </p:txBody>
      </p:sp>
      <p:cxnSp>
        <p:nvCxnSpPr>
          <p:cNvPr id="1813" name="Google Shape;1813;p155"/>
          <p:cNvCxnSpPr/>
          <p:nvPr/>
        </p:nvCxnSpPr>
        <p:spPr>
          <a:xfrm>
            <a:off x="2677138" y="3229350"/>
            <a:ext cx="560400" cy="6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814" name="Google Shape;1814;p155"/>
          <p:cNvGrpSpPr/>
          <p:nvPr/>
        </p:nvGrpSpPr>
        <p:grpSpPr>
          <a:xfrm>
            <a:off x="1130930" y="1490842"/>
            <a:ext cx="633600" cy="641692"/>
            <a:chOff x="1095802" y="1079992"/>
            <a:chExt cx="633600" cy="641692"/>
          </a:xfrm>
        </p:grpSpPr>
        <p:pic>
          <p:nvPicPr>
            <p:cNvPr id="1815" name="Google Shape;1815;p1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95802" y="1109683"/>
              <a:ext cx="633600" cy="61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6" name="Google Shape;1816;p155"/>
            <p:cNvSpPr txBox="1"/>
            <p:nvPr/>
          </p:nvSpPr>
          <p:spPr>
            <a:xfrm>
              <a:off x="1217118" y="1079992"/>
              <a:ext cx="324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9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29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817" name="Google Shape;1817;p155"/>
          <p:cNvCxnSpPr/>
          <p:nvPr/>
        </p:nvCxnSpPr>
        <p:spPr>
          <a:xfrm>
            <a:off x="5696388" y="3229350"/>
            <a:ext cx="560400" cy="6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8" name="Google Shape;1818;p155"/>
          <p:cNvSpPr/>
          <p:nvPr/>
        </p:nvSpPr>
        <p:spPr>
          <a:xfrm>
            <a:off x="6343800" y="2231551"/>
            <a:ext cx="2228700" cy="2448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Design your questions.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Sequence your questions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9" name="Google Shape;1819;p155"/>
          <p:cNvSpPr/>
          <p:nvPr/>
        </p:nvSpPr>
        <p:spPr>
          <a:xfrm>
            <a:off x="333375" y="2231551"/>
            <a:ext cx="2228700" cy="2448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</a:t>
            </a:r>
            <a:r>
              <a:rPr lang="en-GB" sz="18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three to four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pieces of knowledge that need activating.</a:t>
            </a:r>
            <a:endParaRPr/>
          </a:p>
        </p:txBody>
      </p:sp>
      <p:cxnSp>
        <p:nvCxnSpPr>
          <p:cNvPr id="1820" name="Google Shape;1820;p155"/>
          <p:cNvCxnSpPr/>
          <p:nvPr/>
        </p:nvCxnSpPr>
        <p:spPr>
          <a:xfrm>
            <a:off x="1460025" y="3152925"/>
            <a:ext cx="779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1" name="Google Shape;1821;p155"/>
          <p:cNvSpPr/>
          <p:nvPr/>
        </p:nvSpPr>
        <p:spPr>
          <a:xfrm>
            <a:off x="3352625" y="2231551"/>
            <a:ext cx="2228700" cy="2448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where this knowledge was first taught.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Within the </a:t>
            </a:r>
            <a:r>
              <a:rPr lang="en-GB" sz="18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same unit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or prior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22" name="Google Shape;1822;p155"/>
          <p:cNvGrpSpPr/>
          <p:nvPr/>
        </p:nvGrpSpPr>
        <p:grpSpPr>
          <a:xfrm>
            <a:off x="4150180" y="1490842"/>
            <a:ext cx="633600" cy="641692"/>
            <a:chOff x="1095802" y="1079992"/>
            <a:chExt cx="633600" cy="641692"/>
          </a:xfrm>
        </p:grpSpPr>
        <p:pic>
          <p:nvPicPr>
            <p:cNvPr id="1823" name="Google Shape;1823;p1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95802" y="1109683"/>
              <a:ext cx="633600" cy="61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4" name="Google Shape;1824;p155"/>
            <p:cNvSpPr txBox="1"/>
            <p:nvPr/>
          </p:nvSpPr>
          <p:spPr>
            <a:xfrm>
              <a:off x="1217118" y="1079992"/>
              <a:ext cx="324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9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29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5" name="Google Shape;1825;p155"/>
          <p:cNvGrpSpPr/>
          <p:nvPr/>
        </p:nvGrpSpPr>
        <p:grpSpPr>
          <a:xfrm>
            <a:off x="7141355" y="1543204"/>
            <a:ext cx="633600" cy="641692"/>
            <a:chOff x="1095802" y="1079992"/>
            <a:chExt cx="633600" cy="641692"/>
          </a:xfrm>
        </p:grpSpPr>
        <p:pic>
          <p:nvPicPr>
            <p:cNvPr id="1826" name="Google Shape;1826;p15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95802" y="1109683"/>
              <a:ext cx="633600" cy="61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7" name="Google Shape;1827;p155"/>
            <p:cNvSpPr txBox="1"/>
            <p:nvPr/>
          </p:nvSpPr>
          <p:spPr>
            <a:xfrm>
              <a:off x="1217118" y="1079992"/>
              <a:ext cx="324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9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sz="29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828" name="Google Shape;1828;p155"/>
          <p:cNvCxnSpPr/>
          <p:nvPr/>
        </p:nvCxnSpPr>
        <p:spPr>
          <a:xfrm>
            <a:off x="527925" y="3405375"/>
            <a:ext cx="779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9" name="Google Shape;1829;p155"/>
          <p:cNvCxnSpPr/>
          <p:nvPr/>
        </p:nvCxnSpPr>
        <p:spPr>
          <a:xfrm>
            <a:off x="4740450" y="3821025"/>
            <a:ext cx="648000" cy="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0" name="Google Shape;1830;p155"/>
          <p:cNvCxnSpPr/>
          <p:nvPr/>
        </p:nvCxnSpPr>
        <p:spPr>
          <a:xfrm flipH="1" rot="10800000">
            <a:off x="3566475" y="4104750"/>
            <a:ext cx="404700" cy="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1" name="Google Shape;1831;p155"/>
          <p:cNvCxnSpPr/>
          <p:nvPr/>
        </p:nvCxnSpPr>
        <p:spPr>
          <a:xfrm>
            <a:off x="6552900" y="3825975"/>
            <a:ext cx="1680900" cy="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2" name="Google Shape;1832;p155"/>
          <p:cNvCxnSpPr/>
          <p:nvPr/>
        </p:nvCxnSpPr>
        <p:spPr>
          <a:xfrm flipH="1" rot="10800000">
            <a:off x="6552900" y="4099275"/>
            <a:ext cx="1012500" cy="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3" name="Google Shape;1833;p155"/>
          <p:cNvSpPr txBox="1"/>
          <p:nvPr/>
        </p:nvSpPr>
        <p:spPr>
          <a:xfrm>
            <a:off x="1461550" y="2771540"/>
            <a:ext cx="1204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three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4" name="Google Shape;1834;p155"/>
          <p:cNvSpPr txBox="1"/>
          <p:nvPr/>
        </p:nvSpPr>
        <p:spPr>
          <a:xfrm>
            <a:off x="425746" y="3037800"/>
            <a:ext cx="1156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 four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5" name="Google Shape;1835;p155"/>
          <p:cNvSpPr txBox="1"/>
          <p:nvPr/>
        </p:nvSpPr>
        <p:spPr>
          <a:xfrm>
            <a:off x="4663739" y="3455283"/>
            <a:ext cx="90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same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6" name="Google Shape;1836;p155"/>
          <p:cNvSpPr txBox="1"/>
          <p:nvPr/>
        </p:nvSpPr>
        <p:spPr>
          <a:xfrm>
            <a:off x="3466871" y="3734733"/>
            <a:ext cx="907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u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nit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7" name="Google Shape;1837;p155"/>
          <p:cNvSpPr txBox="1"/>
          <p:nvPr/>
        </p:nvSpPr>
        <p:spPr>
          <a:xfrm>
            <a:off x="6419989" y="3382954"/>
            <a:ext cx="2078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Sequence your questions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15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one</a:t>
            </a:r>
            <a:endParaRPr/>
          </a:p>
        </p:txBody>
      </p:sp>
      <p:sp>
        <p:nvSpPr>
          <p:cNvPr id="1843" name="Google Shape;1843;p15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 knowledge starter quiz </a:t>
            </a:r>
            <a:endParaRPr/>
          </a:p>
        </p:txBody>
      </p:sp>
      <p:sp>
        <p:nvSpPr>
          <p:cNvPr id="1844" name="Google Shape;1844;p15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the minimum number of CfUs that you should have in a learning cycle?</a:t>
            </a:r>
            <a:endParaRPr/>
          </a:p>
        </p:txBody>
      </p:sp>
      <p:sp>
        <p:nvSpPr>
          <p:cNvPr id="1845" name="Google Shape;1845;p15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two</a:t>
            </a:r>
            <a:endParaRPr/>
          </a:p>
        </p:txBody>
      </p:sp>
      <p:sp>
        <p:nvSpPr>
          <p:cNvPr id="1846" name="Google Shape;1846;p15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three</a:t>
            </a:r>
            <a:endParaRPr/>
          </a:p>
        </p:txBody>
      </p:sp>
      <p:pic>
        <p:nvPicPr>
          <p:cNvPr id="1847" name="Google Shape;1847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808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15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design high quality and varied checks for understanding. 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15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</a:t>
            </a:r>
            <a:endParaRPr/>
          </a:p>
        </p:txBody>
      </p:sp>
      <p:sp>
        <p:nvSpPr>
          <p:cNvPr id="1858" name="Google Shape;1858;p15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Approaches</a:t>
            </a:r>
            <a:endParaRPr/>
          </a:p>
        </p:txBody>
      </p:sp>
      <p:sp>
        <p:nvSpPr>
          <p:cNvPr id="1859" name="Google Shape;1859;p15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Quality Checks for Understanding (CfU)</a:t>
            </a:r>
            <a:endParaRPr sz="2200"/>
          </a:p>
        </p:txBody>
      </p:sp>
      <p:pic>
        <p:nvPicPr>
          <p:cNvPr id="1860" name="Google Shape;1860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350" y="205210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</a:t>
            </a:r>
            <a:endParaRPr/>
          </a:p>
        </p:txBody>
      </p:sp>
      <p:pic>
        <p:nvPicPr>
          <p:cNvPr id="1866" name="Google Shape;1866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199" y="1308600"/>
            <a:ext cx="3369600" cy="3389828"/>
          </a:xfrm>
          <a:prstGeom prst="rect">
            <a:avLst/>
          </a:prstGeom>
          <a:noFill/>
          <a:ln>
            <a:noFill/>
          </a:ln>
        </p:spPr>
      </p:pic>
      <p:sp>
        <p:nvSpPr>
          <p:cNvPr id="1867" name="Google Shape;1867;p159"/>
          <p:cNvSpPr/>
          <p:nvPr/>
        </p:nvSpPr>
        <p:spPr>
          <a:xfrm>
            <a:off x="2756900" y="2723300"/>
            <a:ext cx="1411500" cy="13743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159"/>
          <p:cNvSpPr txBox="1"/>
          <p:nvPr/>
        </p:nvSpPr>
        <p:spPr>
          <a:xfrm>
            <a:off x="314650" y="824975"/>
            <a:ext cx="54597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a check for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understanding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160"/>
          <p:cNvSpPr txBox="1"/>
          <p:nvPr>
            <p:ph idx="1" type="body"/>
          </p:nvPr>
        </p:nvSpPr>
        <p:spPr>
          <a:xfrm>
            <a:off x="324000" y="1358900"/>
            <a:ext cx="4470900" cy="24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checks specific knowledge is secure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explicitly checks for mistakes and misconceptions 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16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</a:t>
            </a:r>
            <a:endParaRPr/>
          </a:p>
        </p:txBody>
      </p:sp>
      <p:pic>
        <p:nvPicPr>
          <p:cNvPr id="1875" name="Google Shape;1875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4900" y="962400"/>
            <a:ext cx="4025100" cy="402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6" name="Google Shape;1876;p160"/>
          <p:cNvSpPr txBox="1"/>
          <p:nvPr/>
        </p:nvSpPr>
        <p:spPr>
          <a:xfrm>
            <a:off x="314650" y="824975"/>
            <a:ext cx="71445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are checks for understanding important?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7" name="Google Shape;1877;p160"/>
          <p:cNvSpPr txBox="1"/>
          <p:nvPr/>
        </p:nvSpPr>
        <p:spPr>
          <a:xfrm>
            <a:off x="324000" y="4820400"/>
            <a:ext cx="84960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Third-party content i</a:t>
            </a: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mages: © </a:t>
            </a: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https://www.flaticon.com/free-icons/diagnostic" title="diagnostic icons"&gt;Diagnostic icons created by ghost_icon - Flaticon&lt;/a&gt;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8" name="Google Shape;1878;p160"/>
          <p:cNvSpPr txBox="1"/>
          <p:nvPr/>
        </p:nvSpPr>
        <p:spPr>
          <a:xfrm>
            <a:off x="797075" y="37097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diagnose and adapt</a:t>
            </a:r>
            <a:endParaRPr/>
          </a:p>
        </p:txBody>
      </p:sp>
      <p:cxnSp>
        <p:nvCxnSpPr>
          <p:cNvPr id="1879" name="Google Shape;1879;p160"/>
          <p:cNvCxnSpPr/>
          <p:nvPr/>
        </p:nvCxnSpPr>
        <p:spPr>
          <a:xfrm rot="221483">
            <a:off x="2149573" y="2924136"/>
            <a:ext cx="9319" cy="76961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6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allows pupils to skip content they already know.</a:t>
            </a:r>
            <a:endParaRPr/>
          </a:p>
        </p:txBody>
      </p:sp>
      <p:sp>
        <p:nvSpPr>
          <p:cNvPr id="1885" name="Google Shape;1885;p16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</a:t>
            </a:r>
            <a:endParaRPr/>
          </a:p>
        </p:txBody>
      </p:sp>
      <p:sp>
        <p:nvSpPr>
          <p:cNvPr id="1886" name="Google Shape;1886;p16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is checking for understanding considered an essential component of a lesson?</a:t>
            </a:r>
            <a:endParaRPr/>
          </a:p>
        </p:txBody>
      </p:sp>
      <p:sp>
        <p:nvSpPr>
          <p:cNvPr id="1887" name="Google Shape;1887;p161"/>
          <p:cNvSpPr txBox="1"/>
          <p:nvPr>
            <p:ph idx="3" type="subTitle"/>
          </p:nvPr>
        </p:nvSpPr>
        <p:spPr>
          <a:xfrm>
            <a:off x="1034425" y="2413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helps teachers adapt their teaching in real-time based on pupil responses.</a:t>
            </a:r>
            <a:endParaRPr/>
          </a:p>
        </p:txBody>
      </p:sp>
      <p:sp>
        <p:nvSpPr>
          <p:cNvPr id="1888" name="Google Shape;1888;p16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ensures pupils always pass their exams.</a:t>
            </a:r>
            <a:endParaRPr/>
          </a:p>
        </p:txBody>
      </p:sp>
      <p:sp>
        <p:nvSpPr>
          <p:cNvPr id="1889" name="Google Shape;1889;p16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guarantees all pupils master learning content on the first attempt.</a:t>
            </a:r>
            <a:endParaRPr/>
          </a:p>
        </p:txBody>
      </p:sp>
      <p:pic>
        <p:nvPicPr>
          <p:cNvPr id="1890" name="Google Shape;1890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4483" y="25717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16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</a:t>
            </a:r>
            <a:endParaRPr/>
          </a:p>
        </p:txBody>
      </p:sp>
      <p:pic>
        <p:nvPicPr>
          <p:cNvPr id="1896" name="Google Shape;1896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494520"/>
            <a:ext cx="2409120" cy="240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7" name="Google Shape;1897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875" y="1494520"/>
            <a:ext cx="2409120" cy="24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162"/>
          <p:cNvSpPr txBox="1"/>
          <p:nvPr/>
        </p:nvSpPr>
        <p:spPr>
          <a:xfrm>
            <a:off x="482950" y="4008600"/>
            <a:ext cx="25566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snappy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9" name="Google Shape;1899;p162"/>
          <p:cNvSpPr txBox="1"/>
          <p:nvPr/>
        </p:nvSpPr>
        <p:spPr>
          <a:xfrm>
            <a:off x="6256850" y="4008600"/>
            <a:ext cx="25566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peppered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162"/>
          <p:cNvSpPr txBox="1"/>
          <p:nvPr/>
        </p:nvSpPr>
        <p:spPr>
          <a:xfrm>
            <a:off x="330550" y="803825"/>
            <a:ext cx="5095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considerations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1" name="Google Shape;1901;p1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7797" y="1489369"/>
            <a:ext cx="2408401" cy="2419423"/>
          </a:xfrm>
          <a:prstGeom prst="rect">
            <a:avLst/>
          </a:prstGeom>
          <a:noFill/>
          <a:ln>
            <a:noFill/>
          </a:ln>
        </p:spPr>
      </p:pic>
      <p:sp>
        <p:nvSpPr>
          <p:cNvPr id="1902" name="Google Shape;1902;p162"/>
          <p:cNvSpPr txBox="1"/>
          <p:nvPr>
            <p:ph idx="1" type="body"/>
          </p:nvPr>
        </p:nvSpPr>
        <p:spPr>
          <a:xfrm>
            <a:off x="3369600" y="4008600"/>
            <a:ext cx="24048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carefully selected</a:t>
            </a:r>
            <a:endParaRPr sz="2100"/>
          </a:p>
        </p:txBody>
      </p:sp>
      <p:sp>
        <p:nvSpPr>
          <p:cNvPr id="1903" name="Google Shape;1903;p162"/>
          <p:cNvSpPr txBox="1"/>
          <p:nvPr/>
        </p:nvSpPr>
        <p:spPr>
          <a:xfrm>
            <a:off x="324450" y="4829400"/>
            <a:ext cx="84957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Third-party content images: © </a:t>
            </a: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&lt;https://www.flaticon.com/free-icons/time" title="time icons"&gt;Time icons created by Freepik - Flaticon ; </a:t>
            </a:r>
            <a:r>
              <a:rPr lang="en-GB" sz="6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https://www.flaticon.com/free-icons/alert" title="alert icons"&gt;Alert icons created by Freepik - Flaticon ; </a:t>
            </a: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https://www.flaticon.com/free-icons/pepper" title="pepper icons"&gt;Pepper icons created by Freepik - Flaticon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163"/>
          <p:cNvSpPr txBox="1"/>
          <p:nvPr>
            <p:ph idx="1" type="subTitle"/>
          </p:nvPr>
        </p:nvSpPr>
        <p:spPr>
          <a:xfrm>
            <a:off x="324000" y="3374350"/>
            <a:ext cx="8109300" cy="10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Repeatedly checking for understanding reinforces key learning points, addresses misconceptions and supports the process of moving learning to our long-term memory.</a:t>
            </a:r>
            <a:endParaRPr sz="2000"/>
          </a:p>
        </p:txBody>
      </p:sp>
      <p:sp>
        <p:nvSpPr>
          <p:cNvPr id="1909" name="Google Shape;1909;p163"/>
          <p:cNvSpPr txBox="1"/>
          <p:nvPr>
            <p:ph idx="2" type="subTitle"/>
          </p:nvPr>
        </p:nvSpPr>
        <p:spPr>
          <a:xfrm>
            <a:off x="324000" y="1080000"/>
            <a:ext cx="67224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CfUs should be peppered throughout the explanation.</a:t>
            </a:r>
            <a:endParaRPr/>
          </a:p>
        </p:txBody>
      </p:sp>
      <p:sp>
        <p:nvSpPr>
          <p:cNvPr id="1910" name="Google Shape;1910;p163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</a:t>
            </a:r>
            <a:endParaRPr/>
          </a:p>
        </p:txBody>
      </p:sp>
      <p:pic>
        <p:nvPicPr>
          <p:cNvPr id="1911" name="Google Shape;1911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5983" y="2106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2" name="Google Shape;1912;p163"/>
          <p:cNvSpPr txBox="1"/>
          <p:nvPr/>
        </p:nvSpPr>
        <p:spPr>
          <a:xfrm>
            <a:off x="318875" y="2921275"/>
            <a:ext cx="197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164"/>
          <p:cNvSpPr txBox="1"/>
          <p:nvPr>
            <p:ph idx="1" type="body"/>
          </p:nvPr>
        </p:nvSpPr>
        <p:spPr>
          <a:xfrm>
            <a:off x="6256800" y="1080000"/>
            <a:ext cx="2563200" cy="27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addresses a key learning point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plausible distractors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200"/>
              <a:buChar char="●"/>
            </a:pPr>
            <a:r>
              <a:rPr lang="en-GB"/>
              <a:t>pupils need to think hard</a:t>
            </a:r>
            <a:endParaRPr/>
          </a:p>
        </p:txBody>
      </p:sp>
      <p:sp>
        <p:nvSpPr>
          <p:cNvPr id="1918" name="Google Shape;1918;p16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</a:t>
            </a:r>
            <a:endParaRPr/>
          </a:p>
        </p:txBody>
      </p:sp>
      <p:pic>
        <p:nvPicPr>
          <p:cNvPr id="1919" name="Google Shape;1919;p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849" y="1080000"/>
            <a:ext cx="5693760" cy="3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0" name="Google Shape;1920;p164"/>
          <p:cNvSpPr txBox="1"/>
          <p:nvPr/>
        </p:nvSpPr>
        <p:spPr>
          <a:xfrm>
            <a:off x="357675" y="43200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KS3 computing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16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</a:t>
            </a:r>
            <a:endParaRPr/>
          </a:p>
        </p:txBody>
      </p:sp>
      <p:sp>
        <p:nvSpPr>
          <p:cNvPr id="1926" name="Google Shape;1926;p16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is a primary reason checks for understanding should include plausible distractors?</a:t>
            </a:r>
            <a:endParaRPr/>
          </a:p>
        </p:txBody>
      </p:sp>
      <p:sp>
        <p:nvSpPr>
          <p:cNvPr id="1927" name="Google Shape;1927;p16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To reduce the time spent on assessment.</a:t>
            </a:r>
            <a:endParaRPr/>
          </a:p>
        </p:txBody>
      </p:sp>
      <p:sp>
        <p:nvSpPr>
          <p:cNvPr id="1928" name="Google Shape;1928;p16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To make a test harder for pupils.</a:t>
            </a:r>
            <a:endParaRPr/>
          </a:p>
        </p:txBody>
      </p:sp>
      <p:sp>
        <p:nvSpPr>
          <p:cNvPr id="1929" name="Google Shape;1929;p16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To expose common misconceptions.</a:t>
            </a:r>
            <a:endParaRPr/>
          </a:p>
        </p:txBody>
      </p:sp>
      <p:pic>
        <p:nvPicPr>
          <p:cNvPr id="1930" name="Google Shape;1930;p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5058" y="37449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166"/>
          <p:cNvSpPr txBox="1"/>
          <p:nvPr>
            <p:ph idx="1" type="body"/>
          </p:nvPr>
        </p:nvSpPr>
        <p:spPr>
          <a:xfrm>
            <a:off x="324000" y="759300"/>
            <a:ext cx="8499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the explanation and review the check for understanding.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Identify the mistakes in each of the checks for understanding below: </a:t>
            </a:r>
            <a:endParaRPr sz="2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1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Purpose</a:t>
            </a:r>
            <a:endParaRPr sz="1800"/>
          </a:p>
        </p:txBody>
      </p:sp>
      <p:pic>
        <p:nvPicPr>
          <p:cNvPr id="1937" name="Google Shape;1937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401" y="1931400"/>
            <a:ext cx="2563199" cy="14463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938" name="Google Shape;1938;p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6800" y="1927724"/>
            <a:ext cx="2563200" cy="145003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939" name="Google Shape;1939;p1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931400"/>
            <a:ext cx="2563201" cy="14506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940" name="Google Shape;1940;p166"/>
          <p:cNvSpPr txBox="1"/>
          <p:nvPr/>
        </p:nvSpPr>
        <p:spPr>
          <a:xfrm>
            <a:off x="320100" y="3493975"/>
            <a:ext cx="25632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1: KS2, science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1" name="Google Shape;1941;p166"/>
          <p:cNvSpPr txBox="1"/>
          <p:nvPr/>
        </p:nvSpPr>
        <p:spPr>
          <a:xfrm>
            <a:off x="3290400" y="3493975"/>
            <a:ext cx="25632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2: KS3, design and technology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2" name="Google Shape;1942;p166"/>
          <p:cNvSpPr txBox="1"/>
          <p:nvPr/>
        </p:nvSpPr>
        <p:spPr>
          <a:xfrm>
            <a:off x="6260700" y="3493975"/>
            <a:ext cx="25632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3: KS4, English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3" name="Google Shape;1943;p166"/>
          <p:cNvSpPr txBox="1"/>
          <p:nvPr/>
        </p:nvSpPr>
        <p:spPr>
          <a:xfrm>
            <a:off x="6667150" y="4626975"/>
            <a:ext cx="1864500" cy="1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 created examples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167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Read the explanation and review the check for understanding.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Identify the mistakes in each of the checks for understanding below: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16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Purpose</a:t>
            </a:r>
            <a:endParaRPr sz="1800"/>
          </a:p>
        </p:txBody>
      </p:sp>
      <p:pic>
        <p:nvPicPr>
          <p:cNvPr id="1950" name="Google Shape;1950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401" y="1715049"/>
            <a:ext cx="2563199" cy="144637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951" name="Google Shape;1951;p1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6800" y="1715049"/>
            <a:ext cx="2563200" cy="145003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952" name="Google Shape;1952;p1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715049"/>
            <a:ext cx="2563201" cy="145060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953" name="Google Shape;1953;p167"/>
          <p:cNvSpPr txBox="1"/>
          <p:nvPr/>
        </p:nvSpPr>
        <p:spPr>
          <a:xfrm>
            <a:off x="320100" y="3215975"/>
            <a:ext cx="25632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1: KS2, science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4" name="Google Shape;1954;p167"/>
          <p:cNvSpPr txBox="1"/>
          <p:nvPr/>
        </p:nvSpPr>
        <p:spPr>
          <a:xfrm>
            <a:off x="3290400" y="3189175"/>
            <a:ext cx="25632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2: KS3, design and technology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5" name="Google Shape;1955;p167"/>
          <p:cNvSpPr txBox="1"/>
          <p:nvPr/>
        </p:nvSpPr>
        <p:spPr>
          <a:xfrm>
            <a:off x="6260700" y="3189175"/>
            <a:ext cx="25632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3: KS4, English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67"/>
          <p:cNvSpPr txBox="1"/>
          <p:nvPr/>
        </p:nvSpPr>
        <p:spPr>
          <a:xfrm>
            <a:off x="322400" y="3780000"/>
            <a:ext cx="25632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answer is false but there is no ‘why’ being asked.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7" name="Google Shape;1957;p167"/>
          <p:cNvSpPr txBox="1"/>
          <p:nvPr/>
        </p:nvSpPr>
        <p:spPr>
          <a:xfrm>
            <a:off x="3290400" y="3788850"/>
            <a:ext cx="25632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first distractor is of poor quality making it easier to guess at the correct answer.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8" name="Google Shape;1958;p167"/>
          <p:cNvSpPr txBox="1"/>
          <p:nvPr/>
        </p:nvSpPr>
        <p:spPr>
          <a:xfrm>
            <a:off x="6258400" y="3788850"/>
            <a:ext cx="25632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will take too long to answer and more like a practice task.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2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p1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Purpose</a:t>
            </a:r>
            <a:endParaRPr/>
          </a:p>
        </p:txBody>
      </p:sp>
      <p:sp>
        <p:nvSpPr>
          <p:cNvPr id="1964" name="Google Shape;1964;p1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Approaches</a:t>
            </a:r>
            <a:endParaRPr/>
          </a:p>
        </p:txBody>
      </p:sp>
      <p:sp>
        <p:nvSpPr>
          <p:cNvPr id="1965" name="Google Shape;1965;p1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Quality Checks for Understanding (CfU)</a:t>
            </a:r>
            <a:endParaRPr sz="2200"/>
          </a:p>
        </p:txBody>
      </p:sp>
      <p:pic>
        <p:nvPicPr>
          <p:cNvPr id="1966" name="Google Shape;1966;p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50" y="298838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p1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Approaches</a:t>
            </a:r>
            <a:endParaRPr/>
          </a:p>
        </p:txBody>
      </p:sp>
      <p:pic>
        <p:nvPicPr>
          <p:cNvPr id="1972" name="Google Shape;1972;p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248647"/>
            <a:ext cx="2310150" cy="231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3" name="Google Shape;1973;p1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5400" y="1248647"/>
            <a:ext cx="2310150" cy="231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4" name="Google Shape;1974;p169"/>
          <p:cNvPicPr preferRelativeResize="0"/>
          <p:nvPr/>
        </p:nvPicPr>
        <p:blipFill rotWithShape="1">
          <a:blip r:embed="rId5">
            <a:alphaModFix/>
          </a:blip>
          <a:srcRect b="16009" l="0" r="0" t="0"/>
          <a:stretch/>
        </p:blipFill>
        <p:spPr>
          <a:xfrm>
            <a:off x="2517100" y="616195"/>
            <a:ext cx="4256549" cy="3575056"/>
          </a:xfrm>
          <a:prstGeom prst="rect">
            <a:avLst/>
          </a:prstGeom>
          <a:noFill/>
          <a:ln>
            <a:noFill/>
          </a:ln>
        </p:spPr>
      </p:pic>
      <p:sp>
        <p:nvSpPr>
          <p:cNvPr id="1975" name="Google Shape;1975;p169"/>
          <p:cNvSpPr txBox="1"/>
          <p:nvPr/>
        </p:nvSpPr>
        <p:spPr>
          <a:xfrm>
            <a:off x="473000" y="3800550"/>
            <a:ext cx="25665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multiple-choice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69"/>
          <p:cNvSpPr txBox="1"/>
          <p:nvPr/>
        </p:nvSpPr>
        <p:spPr>
          <a:xfrm>
            <a:off x="3436500" y="3800550"/>
            <a:ext cx="25665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short answer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169"/>
          <p:cNvSpPr txBox="1"/>
          <p:nvPr/>
        </p:nvSpPr>
        <p:spPr>
          <a:xfrm>
            <a:off x="6485400" y="3800550"/>
            <a:ext cx="25665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true/false/why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169"/>
          <p:cNvSpPr txBox="1"/>
          <p:nvPr/>
        </p:nvSpPr>
        <p:spPr>
          <a:xfrm>
            <a:off x="324025" y="4829400"/>
            <a:ext cx="84960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Third-party content images: © </a:t>
            </a: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"https://www.flaticon.com/free-icons/multiple-choice" title="multiple choice icons"&gt;Multiple choice icons created by Freepik - Flaticon ; answer by Aufa John from &lt;a href="https://thenounproject.com/browse/icons/term/answer/" target="_blank" title="answer Icons"&gt;Noun Project&lt;/a&gt; (CC BY 3.0) ; https://www.flaticon.com/free-icons/yes-no" title="yes no icons"&gt;Yes no icons created by Freepik - Flaticon&lt;/a&gt;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17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match questions</a:t>
            </a:r>
            <a:endParaRPr/>
          </a:p>
        </p:txBody>
      </p:sp>
      <p:sp>
        <p:nvSpPr>
          <p:cNvPr id="1984" name="Google Shape;1984;p17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Approaches</a:t>
            </a:r>
            <a:endParaRPr/>
          </a:p>
        </p:txBody>
      </p:sp>
      <p:sp>
        <p:nvSpPr>
          <p:cNvPr id="1985" name="Google Shape;1985;p17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are </a:t>
            </a:r>
            <a:r>
              <a:rPr b="1" lang="en-GB">
                <a:solidFill>
                  <a:schemeClr val="accent5"/>
                </a:solidFill>
              </a:rPr>
              <a:t>not </a:t>
            </a:r>
            <a:r>
              <a:rPr lang="en-GB"/>
              <a:t>examples of CfU which we use at Oak?</a:t>
            </a:r>
            <a:endParaRPr/>
          </a:p>
        </p:txBody>
      </p:sp>
      <p:sp>
        <p:nvSpPr>
          <p:cNvPr id="1986" name="Google Shape;1986;p17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multiple choice questions</a:t>
            </a:r>
            <a:endParaRPr/>
          </a:p>
        </p:txBody>
      </p:sp>
      <p:sp>
        <p:nvSpPr>
          <p:cNvPr id="1987" name="Google Shape;1987;p17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short answer questions</a:t>
            </a:r>
            <a:endParaRPr/>
          </a:p>
        </p:txBody>
      </p:sp>
      <p:pic>
        <p:nvPicPr>
          <p:cNvPr id="1988" name="Google Shape;1988;p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8" y="15908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9" name="Google Shape;1989;p17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sort questions</a:t>
            </a:r>
            <a:endParaRPr/>
          </a:p>
        </p:txBody>
      </p:sp>
      <p:pic>
        <p:nvPicPr>
          <p:cNvPr id="1990" name="Google Shape;1990;p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4408" y="40656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1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Approaches</a:t>
            </a:r>
            <a:endParaRPr/>
          </a:p>
        </p:txBody>
      </p:sp>
      <p:sp>
        <p:nvSpPr>
          <p:cNvPr id="1996" name="Google Shape;1996;p171"/>
          <p:cNvSpPr txBox="1"/>
          <p:nvPr/>
        </p:nvSpPr>
        <p:spPr>
          <a:xfrm>
            <a:off x="324000" y="1350075"/>
            <a:ext cx="45000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limited plausible distractors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multiple-choice alternatives (distractors) might introduce or reinforce a misconception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spelling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higher degree of challenge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7" name="Google Shape;1997;p171"/>
          <p:cNvSpPr txBox="1"/>
          <p:nvPr/>
        </p:nvSpPr>
        <p:spPr>
          <a:xfrm>
            <a:off x="324000" y="810000"/>
            <a:ext cx="45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Short answer questions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8" name="Google Shape;1998;p171"/>
          <p:cNvPicPr preferRelativeResize="0"/>
          <p:nvPr/>
        </p:nvPicPr>
        <p:blipFill rotWithShape="1">
          <a:blip r:embed="rId3">
            <a:alphaModFix/>
          </a:blip>
          <a:srcRect b="16008" l="0" r="0" t="10930"/>
          <a:stretch/>
        </p:blipFill>
        <p:spPr>
          <a:xfrm>
            <a:off x="4572000" y="1016788"/>
            <a:ext cx="4256549" cy="31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9" name="Google Shape;1999;p171"/>
          <p:cNvSpPr txBox="1"/>
          <p:nvPr/>
        </p:nvSpPr>
        <p:spPr>
          <a:xfrm>
            <a:off x="324025" y="4829400"/>
            <a:ext cx="84960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Third-party content images: © answer by Aufa John from &lt;a href="https://thenounproject.com/browse/icons/term/answer/" target="_blank" title="answer Icons"&gt;Noun Project&lt;/a&gt; (CC BY 3.0)</a:t>
            </a: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172"/>
          <p:cNvSpPr txBox="1"/>
          <p:nvPr>
            <p:ph idx="1" type="body"/>
          </p:nvPr>
        </p:nvSpPr>
        <p:spPr>
          <a:xfrm>
            <a:off x="6256800" y="1080000"/>
            <a:ext cx="2304900" cy="27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visual 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quick count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appropriate to phase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1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Approaches</a:t>
            </a:r>
            <a:endParaRPr/>
          </a:p>
        </p:txBody>
      </p:sp>
      <p:pic>
        <p:nvPicPr>
          <p:cNvPr id="2006" name="Google Shape;2006;p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10" y="1232400"/>
            <a:ext cx="5695200" cy="32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7" name="Google Shape;2007;p172"/>
          <p:cNvSpPr txBox="1"/>
          <p:nvPr/>
        </p:nvSpPr>
        <p:spPr>
          <a:xfrm>
            <a:off x="324000" y="44724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KS1, maths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08" name="Google Shape;2008;p172"/>
          <p:cNvSpPr txBox="1"/>
          <p:nvPr/>
        </p:nvSpPr>
        <p:spPr>
          <a:xfrm>
            <a:off x="324000" y="810000"/>
            <a:ext cx="59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Short answer questions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173"/>
          <p:cNvSpPr txBox="1"/>
          <p:nvPr>
            <p:ph idx="1" type="body"/>
          </p:nvPr>
        </p:nvSpPr>
        <p:spPr>
          <a:xfrm>
            <a:off x="6256800" y="1061400"/>
            <a:ext cx="25632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gap fill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quick to respond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1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Approaches</a:t>
            </a:r>
            <a:endParaRPr/>
          </a:p>
        </p:txBody>
      </p:sp>
      <p:sp>
        <p:nvSpPr>
          <p:cNvPr id="2015" name="Google Shape;2015;p173"/>
          <p:cNvSpPr txBox="1"/>
          <p:nvPr/>
        </p:nvSpPr>
        <p:spPr>
          <a:xfrm>
            <a:off x="343200" y="4472400"/>
            <a:ext cx="424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KS4, combined science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6" name="Google Shape;2016;p173"/>
          <p:cNvSpPr txBox="1"/>
          <p:nvPr/>
        </p:nvSpPr>
        <p:spPr>
          <a:xfrm>
            <a:off x="324000" y="810000"/>
            <a:ext cx="59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Short answer questions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7" name="Google Shape;2017;p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301100"/>
            <a:ext cx="5329957" cy="3018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8" name="Google Shape;2018;p173"/>
          <p:cNvCxnSpPr/>
          <p:nvPr/>
        </p:nvCxnSpPr>
        <p:spPr>
          <a:xfrm>
            <a:off x="1714150" y="3707125"/>
            <a:ext cx="1116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1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Complete</a:t>
            </a:r>
            <a:r>
              <a:rPr lang="en-GB"/>
              <a:t> the sentence: One reason for using a short answer CfU is… </a:t>
            </a:r>
            <a:endParaRPr/>
          </a:p>
        </p:txBody>
      </p:sp>
      <p:sp>
        <p:nvSpPr>
          <p:cNvPr id="2024" name="Google Shape;2024;p1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Approaches</a:t>
            </a:r>
            <a:endParaRPr/>
          </a:p>
        </p:txBody>
      </p:sp>
      <p:sp>
        <p:nvSpPr>
          <p:cNvPr id="2025" name="Google Shape;2025;p174"/>
          <p:cNvSpPr txBox="1"/>
          <p:nvPr/>
        </p:nvSpPr>
        <p:spPr>
          <a:xfrm>
            <a:off x="324000" y="2041000"/>
            <a:ext cx="8496000" cy="27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You might have said: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when there are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limited plausible distractors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 check spelling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where multiple-choice alternatives (distractors) might introduce or reinforce a misconception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000"/>
              <a:buFont typeface="Kalam"/>
              <a:buChar char="●"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 higher degree of challenge is desired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p1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Approaches</a:t>
            </a:r>
            <a:endParaRPr/>
          </a:p>
        </p:txBody>
      </p:sp>
      <p:sp>
        <p:nvSpPr>
          <p:cNvPr id="2031" name="Google Shape;2031;p175"/>
          <p:cNvSpPr txBox="1"/>
          <p:nvPr>
            <p:ph idx="1" type="body"/>
          </p:nvPr>
        </p:nvSpPr>
        <p:spPr>
          <a:xfrm>
            <a:off x="324000" y="1620000"/>
            <a:ext cx="5344500" cy="24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-GB" sz="2100"/>
              <a:t>simple fact to check </a:t>
            </a:r>
            <a:endParaRPr sz="2100"/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50/50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j</a:t>
            </a:r>
            <a:r>
              <a:rPr lang="en-GB"/>
              <a:t>ustification</a:t>
            </a:r>
            <a:r>
              <a:rPr lang="en-GB"/>
              <a:t> of false answer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“checking for meaning”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deep/higher order thinking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2032" name="Google Shape;2032;p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400" y="1448550"/>
            <a:ext cx="2246400" cy="224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3" name="Google Shape;2033;p175"/>
          <p:cNvSpPr txBox="1"/>
          <p:nvPr/>
        </p:nvSpPr>
        <p:spPr>
          <a:xfrm>
            <a:off x="324000" y="8100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True/false/why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4" name="Google Shape;2034;p175"/>
          <p:cNvSpPr txBox="1"/>
          <p:nvPr/>
        </p:nvSpPr>
        <p:spPr>
          <a:xfrm>
            <a:off x="324025" y="4829400"/>
            <a:ext cx="84960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Third-party content images: © </a:t>
            </a:r>
            <a:r>
              <a:rPr lang="en-GB" sz="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https://www.flaticon.com/free-icons/decision-making" title="decision making icons"&gt;Decision making icons created by Freepik - Flaticon&lt;/a&gt;</a:t>
            </a:r>
            <a:endParaRPr sz="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p176"/>
          <p:cNvSpPr txBox="1"/>
          <p:nvPr>
            <p:ph idx="1" type="body"/>
          </p:nvPr>
        </p:nvSpPr>
        <p:spPr>
          <a:xfrm>
            <a:off x="4824000" y="1417225"/>
            <a:ext cx="3737700" cy="236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justification of false is checked</a:t>
            </a:r>
            <a:endParaRPr/>
          </a:p>
        </p:txBody>
      </p:sp>
      <p:sp>
        <p:nvSpPr>
          <p:cNvPr id="2040" name="Google Shape;2040;p1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Approaches</a:t>
            </a:r>
            <a:endParaRPr/>
          </a:p>
        </p:txBody>
      </p:sp>
      <p:pic>
        <p:nvPicPr>
          <p:cNvPr id="2041" name="Google Shape;2041;p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345200"/>
            <a:ext cx="4125624" cy="231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2" name="Google Shape;2042;p176"/>
          <p:cNvSpPr txBox="1"/>
          <p:nvPr/>
        </p:nvSpPr>
        <p:spPr>
          <a:xfrm>
            <a:off x="324000" y="3748300"/>
            <a:ext cx="424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KS3, geography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3" name="Google Shape;2043;p176"/>
          <p:cNvSpPr txBox="1"/>
          <p:nvPr/>
        </p:nvSpPr>
        <p:spPr>
          <a:xfrm>
            <a:off x="324000" y="8100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True/false/why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1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Approaches</a:t>
            </a:r>
            <a:endParaRPr/>
          </a:p>
        </p:txBody>
      </p:sp>
      <p:pic>
        <p:nvPicPr>
          <p:cNvPr id="2049" name="Google Shape;2049;p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249630"/>
            <a:ext cx="5695199" cy="31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2050" name="Google Shape;2050;p177"/>
          <p:cNvSpPr txBox="1"/>
          <p:nvPr/>
        </p:nvSpPr>
        <p:spPr>
          <a:xfrm>
            <a:off x="324000" y="8100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True/false/why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1" name="Google Shape;2051;p177"/>
          <p:cNvSpPr txBox="1"/>
          <p:nvPr>
            <p:ph idx="1" type="body"/>
          </p:nvPr>
        </p:nvSpPr>
        <p:spPr>
          <a:xfrm>
            <a:off x="6256800" y="1249625"/>
            <a:ext cx="25632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deeper thinking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rationale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177"/>
          <p:cNvSpPr txBox="1"/>
          <p:nvPr/>
        </p:nvSpPr>
        <p:spPr>
          <a:xfrm>
            <a:off x="324000" y="4481700"/>
            <a:ext cx="424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KS2, religious education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1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Approaches</a:t>
            </a:r>
            <a:endParaRPr/>
          </a:p>
        </p:txBody>
      </p:sp>
      <p:sp>
        <p:nvSpPr>
          <p:cNvPr id="2058" name="Google Shape;2058;p178"/>
          <p:cNvSpPr txBox="1"/>
          <p:nvPr>
            <p:ph idx="1" type="body"/>
          </p:nvPr>
        </p:nvSpPr>
        <p:spPr>
          <a:xfrm>
            <a:off x="324000" y="759300"/>
            <a:ext cx="8237700" cy="377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checks for understanding for this learning cycle.</a:t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In pairs, r</a:t>
            </a:r>
            <a:r>
              <a:rPr lang="en-GB" sz="2000"/>
              <a:t>eview the lesson title, key learning points, lesson</a:t>
            </a:r>
            <a:r>
              <a:rPr lang="en-GB" sz="2000"/>
              <a:t> </a:t>
            </a:r>
            <a:r>
              <a:rPr lang="en-GB" sz="2000"/>
              <a:t>outcome, explanation, practice task and feedback.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Discuss and decide what type of checks for understanding work best.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Discuss and decide where </a:t>
            </a:r>
            <a:r>
              <a:rPr lang="en-GB" sz="2000"/>
              <a:t>they (minimum two)</a:t>
            </a:r>
            <a:r>
              <a:rPr lang="en-GB" sz="2000"/>
              <a:t> should be placed.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Write your checks for understanding.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1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Present and compare your checks with the rest of your table.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1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Approaches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180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Quality checks for understanding</a:t>
            </a:r>
            <a:endParaRPr/>
          </a:p>
        </p:txBody>
      </p:sp>
      <p:pic>
        <p:nvPicPr>
          <p:cNvPr id="2070" name="Google Shape;2070;p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815145"/>
            <a:ext cx="1626157" cy="1626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1" name="Google Shape;2071;p1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3650" y="815150"/>
            <a:ext cx="1608074" cy="1608074"/>
          </a:xfrm>
          <a:prstGeom prst="rect">
            <a:avLst/>
          </a:prstGeom>
          <a:noFill/>
          <a:ln>
            <a:noFill/>
          </a:ln>
        </p:spPr>
      </p:pic>
      <p:sp>
        <p:nvSpPr>
          <p:cNvPr id="2072" name="Google Shape;2072;p180"/>
          <p:cNvSpPr txBox="1"/>
          <p:nvPr/>
        </p:nvSpPr>
        <p:spPr>
          <a:xfrm>
            <a:off x="372250" y="2480563"/>
            <a:ext cx="16680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snappy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3" name="Google Shape;2073;p180"/>
          <p:cNvSpPr txBox="1"/>
          <p:nvPr/>
        </p:nvSpPr>
        <p:spPr>
          <a:xfrm>
            <a:off x="6723650" y="2480575"/>
            <a:ext cx="17181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peppered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4" name="Google Shape;2074;p1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4068" y="733794"/>
            <a:ext cx="1625670" cy="1625670"/>
          </a:xfrm>
          <a:prstGeom prst="rect">
            <a:avLst/>
          </a:prstGeom>
          <a:noFill/>
          <a:ln>
            <a:noFill/>
          </a:ln>
        </p:spPr>
      </p:pic>
      <p:sp>
        <p:nvSpPr>
          <p:cNvPr id="2075" name="Google Shape;2075;p180"/>
          <p:cNvSpPr txBox="1"/>
          <p:nvPr>
            <p:ph idx="1" type="body"/>
          </p:nvPr>
        </p:nvSpPr>
        <p:spPr>
          <a:xfrm>
            <a:off x="3358650" y="2480575"/>
            <a:ext cx="21834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carefully selected</a:t>
            </a:r>
            <a:endParaRPr sz="1800"/>
          </a:p>
        </p:txBody>
      </p:sp>
      <p:pic>
        <p:nvPicPr>
          <p:cNvPr id="2076" name="Google Shape;2076;p1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1825" y="2910622"/>
            <a:ext cx="1617105" cy="1617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7" name="Google Shape;2077;p18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23650" y="2905622"/>
            <a:ext cx="1617105" cy="1617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8" name="Google Shape;2078;p180"/>
          <p:cNvPicPr preferRelativeResize="0"/>
          <p:nvPr/>
        </p:nvPicPr>
        <p:blipFill rotWithShape="1">
          <a:blip r:embed="rId8">
            <a:alphaModFix/>
          </a:blip>
          <a:srcRect b="26349" l="9961" r="9769" t="11624"/>
          <a:stretch/>
        </p:blipFill>
        <p:spPr>
          <a:xfrm>
            <a:off x="3150415" y="2711450"/>
            <a:ext cx="2391750" cy="184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9" name="Google Shape;2079;p180"/>
          <p:cNvSpPr txBox="1"/>
          <p:nvPr/>
        </p:nvSpPr>
        <p:spPr>
          <a:xfrm>
            <a:off x="277776" y="4527725"/>
            <a:ext cx="18249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multiple-choice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0" name="Google Shape;2080;p180"/>
          <p:cNvSpPr txBox="1"/>
          <p:nvPr/>
        </p:nvSpPr>
        <p:spPr>
          <a:xfrm>
            <a:off x="6589913" y="4527713"/>
            <a:ext cx="19209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true/false/why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1" name="Google Shape;2081;p180"/>
          <p:cNvSpPr txBox="1"/>
          <p:nvPr>
            <p:ph idx="1" type="body"/>
          </p:nvPr>
        </p:nvSpPr>
        <p:spPr>
          <a:xfrm>
            <a:off x="3264173" y="4527725"/>
            <a:ext cx="2034000" cy="49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short answer</a:t>
            </a:r>
            <a:endParaRPr sz="1800"/>
          </a:p>
        </p:txBody>
      </p:sp>
      <p:sp>
        <p:nvSpPr>
          <p:cNvPr id="2082" name="Google Shape;2082;p180"/>
          <p:cNvSpPr txBox="1"/>
          <p:nvPr/>
        </p:nvSpPr>
        <p:spPr>
          <a:xfrm>
            <a:off x="324025" y="4829400"/>
            <a:ext cx="84960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Third-party content images: © </a:t>
            </a:r>
            <a:r>
              <a:rPr lang="en-GB" sz="5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 https://www.flaticon.com/free-icons/time" title="time icons"&gt;Time icons created by Freepik - Flaticon ; https://www.flaticon.com/free-icons/alert" title="alert icons"&gt;Alert icons created by Freepik - Flaticon ; https://www.flaticon.com/free-icons/pepper" title="pepper icons"&gt;Pepper icons created by Freepik - Flaticon ; </a:t>
            </a:r>
            <a:r>
              <a:rPr lang="en-GB" sz="5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https://www.flaticon.com/free-icons/multiple-choice" title="multiple choice icons"&gt;Multiple choice icons created by Freepik - Flaticon ; answer by Aufa John from &lt;a href="https://thenounproject.com/browse/icons/term/answer/" target="_blank" title="answer Icons"&gt;Noun Project&lt;/a&gt; (CC BY 3.0) ; https://www.flaticon.com/free-icons/yes-no" title="yes no icons"&gt;Yes no icons created by Freepik - Flaticon&lt;/a&gt;</a:t>
            </a:r>
            <a:endParaRPr sz="5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